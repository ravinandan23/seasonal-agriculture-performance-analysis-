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9"/>
        <p:cNvGrpSpPr/>
        <p:nvPr/>
      </p:nvGrpSpPr>
      <p:grpSpPr>
        <a:xfrm>
          <a:off x="0" y="0"/>
          <a:ext cx="0" cy="0"/>
          <a:chOff x="0" y="0"/>
          <a:chExt cx="0" cy="0"/>
        </a:xfrm>
      </p:grpSpPr>
      <p:sp>
        <p:nvSpPr>
          <p:cNvPr id="30" name="Google Shape;30;p2"/>
          <p:cNvSpPr txBox="1">
            <a:spLocks noGrp="1"/>
          </p:cNvSpPr>
          <p:nvPr>
            <p:ph type="body" idx="1"/>
          </p:nvPr>
        </p:nvSpPr>
        <p:spPr>
          <a:xfrm>
            <a:off x="6312871" y="4141999"/>
            <a:ext cx="4220845" cy="861497"/>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a:spcBef>
                <a:spcPts val="1000"/>
              </a:spcBef>
              <a:spcAft>
                <a:spcPts val="0"/>
              </a:spcAft>
              <a:buSzPts val="1600"/>
              <a:buNone/>
              <a:defRPr sz="2000"/>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31" name="Google Shape;31;p2"/>
          <p:cNvSpPr/>
          <p:nvPr/>
        </p:nvSpPr>
        <p:spPr>
          <a:xfrm>
            <a:off x="740309" y="1382809"/>
            <a:ext cx="1229566" cy="1059971"/>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5" name="Google Shape;35;p2"/>
          <p:cNvSpPr>
            <a:spLocks noGrp="1"/>
          </p:cNvSpPr>
          <p:nvPr>
            <p:ph type="pic" idx="2"/>
          </p:nvPr>
        </p:nvSpPr>
        <p:spPr>
          <a:xfrm>
            <a:off x="1571515" y="1914044"/>
            <a:ext cx="3993624" cy="3617848"/>
          </a:xfrm>
          <a:prstGeom prst="rect">
            <a:avLst/>
          </a:prstGeom>
          <a:noFill/>
          <a:ln>
            <a:noFill/>
          </a:ln>
        </p:spPr>
      </p:sp>
      <p:sp>
        <p:nvSpPr>
          <p:cNvPr id="36" name="Google Shape;36;p2"/>
          <p:cNvSpPr txBox="1">
            <a:spLocks noGrp="1"/>
          </p:cNvSpPr>
          <p:nvPr>
            <p:ph type="title"/>
          </p:nvPr>
        </p:nvSpPr>
        <p:spPr>
          <a:xfrm>
            <a:off x="6312871" y="2050552"/>
            <a:ext cx="4998720" cy="1748983"/>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7"/>
        <p:cNvGrpSpPr/>
        <p:nvPr/>
      </p:nvGrpSpPr>
      <p:grpSpPr>
        <a:xfrm>
          <a:off x="0" y="0"/>
          <a:ext cx="0" cy="0"/>
          <a:chOff x="0" y="0"/>
          <a:chExt cx="0" cy="0"/>
        </a:xfrm>
      </p:grpSpPr>
      <p:sp>
        <p:nvSpPr>
          <p:cNvPr id="38" name="Google Shape;38;p3"/>
          <p:cNvSpPr txBox="1">
            <a:spLocks noGrp="1"/>
          </p:cNvSpPr>
          <p:nvPr>
            <p:ph type="body" idx="1"/>
          </p:nvPr>
        </p:nvSpPr>
        <p:spPr>
          <a:xfrm>
            <a:off x="660400" y="2044700"/>
            <a:ext cx="4275138" cy="3560763"/>
          </a:xfrm>
          <a:prstGeom prst="rect">
            <a:avLst/>
          </a:prstGeom>
          <a:noFill/>
          <a:ln>
            <a:noFill/>
          </a:ln>
        </p:spPr>
        <p:txBody>
          <a:bodyPr spcFirstLastPara="1" wrap="square" lIns="91425" tIns="45700" rIns="91425" bIns="45700" anchor="t" anchorCtr="0">
            <a:normAutofit/>
          </a:bodyPr>
          <a:lstStyle>
            <a:lvl1pPr marL="457200" lvl="0" indent="-330200" algn="l">
              <a:spcBef>
                <a:spcPts val="1000"/>
              </a:spcBef>
              <a:spcAft>
                <a:spcPts val="0"/>
              </a:spcAft>
              <a:buClr>
                <a:schemeClr val="accent4"/>
              </a:buClr>
              <a:buSzPts val="1600"/>
              <a:buFont typeface="Noto Sans Symbols"/>
              <a:buChar char="▪"/>
              <a:defRPr sz="2000"/>
            </a:lvl1pPr>
            <a:lvl2pPr marL="914400" lvl="1" indent="-320040" algn="l">
              <a:spcBef>
                <a:spcPts val="1000"/>
              </a:spcBef>
              <a:spcAft>
                <a:spcPts val="0"/>
              </a:spcAft>
              <a:buClr>
                <a:schemeClr val="accent4"/>
              </a:buClr>
              <a:buSzPts val="1440"/>
              <a:buFont typeface="Noto Sans Symbols"/>
              <a:buChar char="▪"/>
              <a:defRPr sz="1800"/>
            </a:lvl2pPr>
            <a:lvl3pPr marL="1371600" lvl="2" indent="-309880" algn="l">
              <a:spcBef>
                <a:spcPts val="1000"/>
              </a:spcBef>
              <a:spcAft>
                <a:spcPts val="0"/>
              </a:spcAft>
              <a:buClr>
                <a:schemeClr val="accent4"/>
              </a:buClr>
              <a:buSzPts val="1280"/>
              <a:buFont typeface="Noto Sans Symbols"/>
              <a:buChar char="▪"/>
              <a:defRPr sz="1600"/>
            </a:lvl3pPr>
            <a:lvl4pPr marL="1828800" lvl="3" indent="-309880" algn="l">
              <a:spcBef>
                <a:spcPts val="1000"/>
              </a:spcBef>
              <a:spcAft>
                <a:spcPts val="0"/>
              </a:spcAft>
              <a:buClr>
                <a:schemeClr val="accent4"/>
              </a:buClr>
              <a:buSzPts val="1280"/>
              <a:buFont typeface="Noto Sans Symbols"/>
              <a:buChar char="▪"/>
              <a:defRPr sz="1600"/>
            </a:lvl4pPr>
            <a:lvl5pPr marL="2286000" lvl="4" indent="-309880" algn="l">
              <a:spcBef>
                <a:spcPts val="1000"/>
              </a:spcBef>
              <a:spcAft>
                <a:spcPts val="0"/>
              </a:spcAft>
              <a:buClr>
                <a:schemeClr val="accent4"/>
              </a:buClr>
              <a:buSzPts val="1280"/>
              <a:buFont typeface="Noto Sans Symbols"/>
              <a:buChar char="▪"/>
              <a:defRPr sz="1600"/>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39" name="Google Shape;39;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2" name="Google Shape;42;p3"/>
          <p:cNvSpPr>
            <a:spLocks noGrp="1"/>
          </p:cNvSpPr>
          <p:nvPr>
            <p:ph type="pic" idx="2"/>
          </p:nvPr>
        </p:nvSpPr>
        <p:spPr>
          <a:xfrm>
            <a:off x="7090227" y="786181"/>
            <a:ext cx="4441372" cy="5393036"/>
          </a:xfrm>
          <a:prstGeom prst="rect">
            <a:avLst/>
          </a:prstGeom>
          <a:noFill/>
          <a:ln>
            <a:noFill/>
          </a:ln>
        </p:spPr>
      </p:sp>
      <p:sp>
        <p:nvSpPr>
          <p:cNvPr id="43" name="Google Shape;43;p3"/>
          <p:cNvSpPr txBox="1">
            <a:spLocks noGrp="1"/>
          </p:cNvSpPr>
          <p:nvPr>
            <p:ph type="title"/>
          </p:nvPr>
        </p:nvSpPr>
        <p:spPr>
          <a:xfrm>
            <a:off x="660400" y="805213"/>
            <a:ext cx="4275138" cy="830997"/>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800"/>
              <a:buFont typeface="Trebuchet MS"/>
              <a:buNone/>
              <a:defRPr sz="4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48" name="Google Shape;48;p4"/>
          <p:cNvSpPr>
            <a:spLocks noGrp="1"/>
          </p:cNvSpPr>
          <p:nvPr>
            <p:ph type="pic" idx="2"/>
          </p:nvPr>
        </p:nvSpPr>
        <p:spPr>
          <a:xfrm>
            <a:off x="5733416" y="624239"/>
            <a:ext cx="5855754" cy="5631571"/>
          </a:xfrm>
          <a:prstGeom prst="rect">
            <a:avLst/>
          </a:prstGeom>
          <a:noFill/>
          <a:ln>
            <a:noFill/>
          </a:ln>
        </p:spPr>
      </p:sp>
      <p:sp>
        <p:nvSpPr>
          <p:cNvPr id="49" name="Google Shape;49;p4"/>
          <p:cNvSpPr txBox="1">
            <a:spLocks noGrp="1"/>
          </p:cNvSpPr>
          <p:nvPr>
            <p:ph type="body" idx="1"/>
          </p:nvPr>
        </p:nvSpPr>
        <p:spPr>
          <a:xfrm>
            <a:off x="660400" y="2044700"/>
            <a:ext cx="4275138" cy="3560763"/>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chemeClr val="accent4"/>
              </a:buClr>
              <a:buSzPts val="1600"/>
              <a:buFont typeface="Noto Sans Symbols"/>
              <a:buChar char="▪"/>
              <a:defRPr sz="2000"/>
            </a:lvl1pPr>
            <a:lvl2pPr marL="914400" lvl="1" indent="-330200" algn="l">
              <a:spcBef>
                <a:spcPts val="1000"/>
              </a:spcBef>
              <a:spcAft>
                <a:spcPts val="0"/>
              </a:spcAft>
              <a:buClr>
                <a:schemeClr val="accent4"/>
              </a:buClr>
              <a:buSzPts val="1600"/>
              <a:buFont typeface="Noto Sans Symbols"/>
              <a:buChar char="▪"/>
              <a:defRPr sz="2000"/>
            </a:lvl2pPr>
            <a:lvl3pPr marL="1371600" lvl="2" indent="-320040" algn="l">
              <a:spcBef>
                <a:spcPts val="1000"/>
              </a:spcBef>
              <a:spcAft>
                <a:spcPts val="0"/>
              </a:spcAft>
              <a:buClr>
                <a:schemeClr val="accent4"/>
              </a:buClr>
              <a:buSzPts val="1440"/>
              <a:buFont typeface="Noto Sans Symbols"/>
              <a:buChar char="▪"/>
              <a:defRPr sz="1800"/>
            </a:lvl3pPr>
            <a:lvl4pPr marL="1828800" lvl="3" indent="-320040" algn="l">
              <a:spcBef>
                <a:spcPts val="1000"/>
              </a:spcBef>
              <a:spcAft>
                <a:spcPts val="0"/>
              </a:spcAft>
              <a:buClr>
                <a:schemeClr val="accent4"/>
              </a:buClr>
              <a:buSzPts val="1440"/>
              <a:buFont typeface="Noto Sans Symbols"/>
              <a:buChar char="▪"/>
              <a:defRPr sz="1800"/>
            </a:lvl4pPr>
            <a:lvl5pPr marL="2286000" lvl="4" indent="-320040" algn="l">
              <a:spcBef>
                <a:spcPts val="1000"/>
              </a:spcBef>
              <a:spcAft>
                <a:spcPts val="0"/>
              </a:spcAft>
              <a:buClr>
                <a:schemeClr val="accent4"/>
              </a:buClr>
              <a:buSzPts val="1440"/>
              <a:buFont typeface="Noto Sans Symbols"/>
              <a:buChar char="▪"/>
              <a:defRPr sz="1800"/>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0" name="Google Shape;50;p4"/>
          <p:cNvSpPr txBox="1">
            <a:spLocks noGrp="1"/>
          </p:cNvSpPr>
          <p:nvPr>
            <p:ph type="title"/>
          </p:nvPr>
        </p:nvSpPr>
        <p:spPr>
          <a:xfrm>
            <a:off x="660400" y="805213"/>
            <a:ext cx="4275138" cy="830997"/>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800"/>
              <a:buFont typeface="Trebuchet MS"/>
              <a:buNone/>
              <a:defRPr sz="4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51"/>
        <p:cNvGrpSpPr/>
        <p:nvPr/>
      </p:nvGrpSpPr>
      <p:grpSpPr>
        <a:xfrm>
          <a:off x="0" y="0"/>
          <a:ext cx="0" cy="0"/>
          <a:chOff x="0" y="0"/>
          <a:chExt cx="0" cy="0"/>
        </a:xfrm>
      </p:grpSpPr>
      <p:sp>
        <p:nvSpPr>
          <p:cNvPr id="52" name="Google Shape;52;p5"/>
          <p:cNvSpPr>
            <a:spLocks noGrp="1"/>
          </p:cNvSpPr>
          <p:nvPr>
            <p:ph type="pic" idx="2"/>
          </p:nvPr>
        </p:nvSpPr>
        <p:spPr>
          <a:xfrm>
            <a:off x="5353508" y="2555551"/>
            <a:ext cx="1484985" cy="1280160"/>
          </a:xfrm>
          <a:prstGeom prst="rect">
            <a:avLst/>
          </a:prstGeom>
          <a:noFill/>
          <a:ln>
            <a:noFill/>
          </a:ln>
        </p:spPr>
      </p:sp>
      <p:sp>
        <p:nvSpPr>
          <p:cNvPr id="53" name="Google Shape;53;p5"/>
          <p:cNvSpPr>
            <a:spLocks noGrp="1"/>
          </p:cNvSpPr>
          <p:nvPr>
            <p:ph type="pic" idx="3"/>
          </p:nvPr>
        </p:nvSpPr>
        <p:spPr>
          <a:xfrm>
            <a:off x="3115921" y="2555551"/>
            <a:ext cx="1484985" cy="1280160"/>
          </a:xfrm>
          <a:prstGeom prst="rect">
            <a:avLst/>
          </a:prstGeom>
          <a:noFill/>
          <a:ln>
            <a:noFill/>
          </a:ln>
        </p:spPr>
      </p:sp>
      <p:sp>
        <p:nvSpPr>
          <p:cNvPr id="54" name="Google Shape;54;p5"/>
          <p:cNvSpPr>
            <a:spLocks noGrp="1"/>
          </p:cNvSpPr>
          <p:nvPr>
            <p:ph type="pic" idx="4"/>
          </p:nvPr>
        </p:nvSpPr>
        <p:spPr>
          <a:xfrm>
            <a:off x="7602465" y="2555551"/>
            <a:ext cx="1484985" cy="1280160"/>
          </a:xfrm>
          <a:prstGeom prst="rect">
            <a:avLst/>
          </a:prstGeom>
          <a:noFill/>
          <a:ln>
            <a:noFill/>
          </a:ln>
        </p:spPr>
      </p:sp>
      <p:sp>
        <p:nvSpPr>
          <p:cNvPr id="55" name="Google Shape;55;p5"/>
          <p:cNvSpPr>
            <a:spLocks noGrp="1"/>
          </p:cNvSpPr>
          <p:nvPr>
            <p:ph type="pic" idx="5"/>
          </p:nvPr>
        </p:nvSpPr>
        <p:spPr>
          <a:xfrm>
            <a:off x="9840051" y="2555551"/>
            <a:ext cx="1484985" cy="1280160"/>
          </a:xfrm>
          <a:prstGeom prst="rect">
            <a:avLst/>
          </a:prstGeom>
          <a:noFill/>
          <a:ln>
            <a:noFill/>
          </a:ln>
        </p:spPr>
      </p:sp>
      <p:sp>
        <p:nvSpPr>
          <p:cNvPr id="56" name="Google Shape;56;p5"/>
          <p:cNvSpPr txBox="1">
            <a:spLocks noGrp="1"/>
          </p:cNvSpPr>
          <p:nvPr>
            <p:ph type="title"/>
          </p:nvPr>
        </p:nvSpPr>
        <p:spPr>
          <a:xfrm>
            <a:off x="432000" y="647700"/>
            <a:ext cx="11340000" cy="7001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
          <p:cNvSpPr/>
          <p:nvPr/>
        </p:nvSpPr>
        <p:spPr>
          <a:xfrm>
            <a:off x="546669" y="3467555"/>
            <a:ext cx="458268" cy="395059"/>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0" name="Google Shape;60;p5"/>
          <p:cNvSpPr txBox="1">
            <a:spLocks noGrp="1"/>
          </p:cNvSpPr>
          <p:nvPr>
            <p:ph type="body" idx="1"/>
          </p:nvPr>
        </p:nvSpPr>
        <p:spPr>
          <a:xfrm>
            <a:off x="546668"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1" name="Google Shape;61;p5"/>
          <p:cNvSpPr txBox="1">
            <a:spLocks noGrp="1"/>
          </p:cNvSpPr>
          <p:nvPr>
            <p:ph type="body" idx="6"/>
          </p:nvPr>
        </p:nvSpPr>
        <p:spPr>
          <a:xfrm>
            <a:off x="556692"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5"/>
          <p:cNvSpPr txBox="1">
            <a:spLocks noGrp="1"/>
          </p:cNvSpPr>
          <p:nvPr>
            <p:ph type="body" idx="7"/>
          </p:nvPr>
        </p:nvSpPr>
        <p:spPr>
          <a:xfrm>
            <a:off x="2789482"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3" name="Google Shape;63;p5"/>
          <p:cNvSpPr txBox="1">
            <a:spLocks noGrp="1"/>
          </p:cNvSpPr>
          <p:nvPr>
            <p:ph type="body" idx="8"/>
          </p:nvPr>
        </p:nvSpPr>
        <p:spPr>
          <a:xfrm>
            <a:off x="2789483"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5"/>
          <p:cNvSpPr txBox="1">
            <a:spLocks noGrp="1"/>
          </p:cNvSpPr>
          <p:nvPr>
            <p:ph type="body" idx="9"/>
          </p:nvPr>
        </p:nvSpPr>
        <p:spPr>
          <a:xfrm>
            <a:off x="5032296"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5" name="Google Shape;65;p5"/>
          <p:cNvSpPr txBox="1">
            <a:spLocks noGrp="1"/>
          </p:cNvSpPr>
          <p:nvPr>
            <p:ph type="body" idx="13"/>
          </p:nvPr>
        </p:nvSpPr>
        <p:spPr>
          <a:xfrm>
            <a:off x="5029201"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6" name="Google Shape;66;p5"/>
          <p:cNvSpPr txBox="1">
            <a:spLocks noGrp="1"/>
          </p:cNvSpPr>
          <p:nvPr>
            <p:ph type="body" idx="14"/>
          </p:nvPr>
        </p:nvSpPr>
        <p:spPr>
          <a:xfrm>
            <a:off x="7275110"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7" name="Google Shape;67;p5"/>
          <p:cNvSpPr txBox="1">
            <a:spLocks noGrp="1"/>
          </p:cNvSpPr>
          <p:nvPr>
            <p:ph type="body" idx="15"/>
          </p:nvPr>
        </p:nvSpPr>
        <p:spPr>
          <a:xfrm>
            <a:off x="7275111"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8" name="Google Shape;68;p5"/>
          <p:cNvSpPr txBox="1">
            <a:spLocks noGrp="1"/>
          </p:cNvSpPr>
          <p:nvPr>
            <p:ph type="body" idx="16"/>
          </p:nvPr>
        </p:nvSpPr>
        <p:spPr>
          <a:xfrm>
            <a:off x="9517923" y="4172761"/>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9" name="Google Shape;69;p5"/>
          <p:cNvSpPr txBox="1">
            <a:spLocks noGrp="1"/>
          </p:cNvSpPr>
          <p:nvPr>
            <p:ph type="body" idx="17"/>
          </p:nvPr>
        </p:nvSpPr>
        <p:spPr>
          <a:xfrm>
            <a:off x="9517923" y="4588259"/>
            <a:ext cx="2139696" cy="344312"/>
          </a:xfrm>
          <a:prstGeom prst="rect">
            <a:avLst/>
          </a:prstGeom>
          <a:noFill/>
          <a:ln>
            <a:noFill/>
          </a:ln>
        </p:spPr>
        <p:txBody>
          <a:bodyPr spcFirstLastPara="1" wrap="square" lIns="91425" tIns="45700" rIns="91425" bIns="45700" anchor="t" anchorCtr="0">
            <a:normAutofit/>
          </a:bodyPr>
          <a:lstStyle>
            <a:lvl1pPr marL="457200" lvl="0" indent="-2286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0" name="Google Shape;70;p5"/>
          <p:cNvSpPr>
            <a:spLocks noGrp="1"/>
          </p:cNvSpPr>
          <p:nvPr>
            <p:ph type="pic" idx="18"/>
          </p:nvPr>
        </p:nvSpPr>
        <p:spPr>
          <a:xfrm>
            <a:off x="878337" y="2555551"/>
            <a:ext cx="1484985" cy="128016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75" name="Google Shape;75;p6"/>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76" name="Google Shape;76;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 name="Google Shape;83;p6"/>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85" name="Google Shape;85;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1" name="Google Shape;91;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4"/>
        <p:cNvGrpSpPr/>
        <p:nvPr/>
      </p:nvGrpSpPr>
      <p:grpSpPr>
        <a:xfrm>
          <a:off x="0" y="0"/>
          <a:ext cx="0" cy="0"/>
          <a:chOff x="0" y="0"/>
          <a:chExt cx="0" cy="0"/>
        </a:xfrm>
      </p:grpSpPr>
      <p:sp>
        <p:nvSpPr>
          <p:cNvPr id="95" name="Google Shape;95;p8"/>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8"/>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9"/>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9"/>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4" name="Google Shape;104;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7"/>
        <p:cNvGrpSpPr/>
        <p:nvPr/>
      </p:nvGrpSpPr>
      <p:grpSpPr>
        <a:xfrm>
          <a:off x="0" y="0"/>
          <a:ext cx="0" cy="0"/>
          <a:chOff x="0" y="0"/>
          <a:chExt cx="0" cy="0"/>
        </a:xfrm>
      </p:grpSpPr>
      <p:sp>
        <p:nvSpPr>
          <p:cNvPr id="108" name="Google Shape;108;p1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0"/>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0" name="Google Shape;110;p10"/>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1" name="Google Shape;111;p10"/>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2" name="Google Shape;112;p10"/>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3" name="Google Shape;113;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6"/>
        <p:cNvGrpSpPr/>
        <p:nvPr/>
      </p:nvGrpSpPr>
      <p:grpSpPr>
        <a:xfrm>
          <a:off x="0" y="0"/>
          <a:ext cx="0" cy="0"/>
          <a:chOff x="0" y="0"/>
          <a:chExt cx="0" cy="0"/>
        </a:xfrm>
      </p:grpSpPr>
      <p:sp>
        <p:nvSpPr>
          <p:cNvPr id="117" name="Google Shape;117;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5"/>
        <p:cNvGrpSpPr/>
        <p:nvPr/>
      </p:nvGrpSpPr>
      <p:grpSpPr>
        <a:xfrm>
          <a:off x="0" y="0"/>
          <a:ext cx="0" cy="0"/>
          <a:chOff x="0" y="0"/>
          <a:chExt cx="0" cy="0"/>
        </a:xfrm>
      </p:grpSpPr>
      <p:sp>
        <p:nvSpPr>
          <p:cNvPr id="126" name="Google Shape;126;p13"/>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3"/>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8" name="Google Shape;128;p13"/>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129" name="Google Shape;129;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14"/>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4"/>
          <p:cNvSpPr>
            <a:spLocks noGrp="1"/>
          </p:cNvSpPr>
          <p:nvPr>
            <p:ph type="pic" idx="2"/>
          </p:nvPr>
        </p:nvSpPr>
        <p:spPr>
          <a:xfrm>
            <a:off x="677334" y="609600"/>
            <a:ext cx="8596668" cy="3845718"/>
          </a:xfrm>
          <a:prstGeom prst="rect">
            <a:avLst/>
          </a:prstGeom>
          <a:noFill/>
          <a:ln>
            <a:noFill/>
          </a:ln>
        </p:spPr>
      </p:sp>
      <p:sp>
        <p:nvSpPr>
          <p:cNvPr id="135" name="Google Shape;135;p14"/>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36" name="Google Shape;136;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5"/>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42" name="Google Shape;142;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6"/>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8" name="Google Shape;148;p16"/>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49" name="Google Shape;149;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54"/>
        <p:cNvGrpSpPr/>
        <p:nvPr/>
      </p:nvGrpSpPr>
      <p:grpSpPr>
        <a:xfrm>
          <a:off x="0" y="0"/>
          <a:ext cx="0" cy="0"/>
          <a:chOff x="0" y="0"/>
          <a:chExt cx="0" cy="0"/>
        </a:xfrm>
      </p:grpSpPr>
      <p:sp>
        <p:nvSpPr>
          <p:cNvPr id="155" name="Google Shape;155;p17"/>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7"/>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57" name="Google Shape;157;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60"/>
        <p:cNvGrpSpPr/>
        <p:nvPr/>
      </p:nvGrpSpPr>
      <p:grpSpPr>
        <a:xfrm>
          <a:off x="0" y="0"/>
          <a:ext cx="0" cy="0"/>
          <a:chOff x="0" y="0"/>
          <a:chExt cx="0" cy="0"/>
        </a:xfrm>
      </p:grpSpPr>
      <p:sp>
        <p:nvSpPr>
          <p:cNvPr id="161" name="Google Shape;161;p1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8"/>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63" name="Google Shape;163;p18"/>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64" name="Google Shape;164;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6" name="Google Shape;166;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69"/>
        <p:cNvGrpSpPr/>
        <p:nvPr/>
      </p:nvGrpSpPr>
      <p:grpSpPr>
        <a:xfrm>
          <a:off x="0" y="0"/>
          <a:ext cx="0" cy="0"/>
          <a:chOff x="0" y="0"/>
          <a:chExt cx="0" cy="0"/>
        </a:xfrm>
      </p:grpSpPr>
      <p:sp>
        <p:nvSpPr>
          <p:cNvPr id="170" name="Google Shape;170;p19"/>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19"/>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72" name="Google Shape;172;p19"/>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73" name="Google Shape;173;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6"/>
        <p:cNvGrpSpPr/>
        <p:nvPr/>
      </p:nvGrpSpPr>
      <p:grpSpPr>
        <a:xfrm>
          <a:off x="0" y="0"/>
          <a:ext cx="0" cy="0"/>
          <a:chOff x="0" y="0"/>
          <a:chExt cx="0" cy="0"/>
        </a:xfrm>
      </p:grpSpPr>
      <p:sp>
        <p:nvSpPr>
          <p:cNvPr id="177" name="Google Shape;177;p2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0"/>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79" name="Google Shape;179;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82"/>
        <p:cNvGrpSpPr/>
        <p:nvPr/>
      </p:nvGrpSpPr>
      <p:grpSpPr>
        <a:xfrm>
          <a:off x="0" y="0"/>
          <a:ext cx="0" cy="0"/>
          <a:chOff x="0" y="0"/>
          <a:chExt cx="0" cy="0"/>
        </a:xfrm>
      </p:grpSpPr>
      <p:sp>
        <p:nvSpPr>
          <p:cNvPr id="183" name="Google Shape;183;p21"/>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21"/>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85" name="Google Shape;185;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188"/>
        <p:cNvGrpSpPr/>
        <p:nvPr/>
      </p:nvGrpSpPr>
      <p:grpSpPr>
        <a:xfrm>
          <a:off x="0" y="0"/>
          <a:ext cx="0" cy="0"/>
          <a:chOff x="0" y="0"/>
          <a:chExt cx="0" cy="0"/>
        </a:xfrm>
      </p:grpSpPr>
      <p:sp>
        <p:nvSpPr>
          <p:cNvPr id="189" name="Google Shape;189;p22"/>
          <p:cNvSpPr>
            <a:spLocks noGrp="1"/>
          </p:cNvSpPr>
          <p:nvPr>
            <p:ph type="pic" idx="2"/>
          </p:nvPr>
        </p:nvSpPr>
        <p:spPr>
          <a:xfrm>
            <a:off x="0" y="0"/>
            <a:ext cx="12192000" cy="6858000"/>
          </a:xfrm>
          <a:prstGeom prst="rect">
            <a:avLst/>
          </a:prstGeom>
          <a:noFill/>
          <a:ln>
            <a:noFill/>
          </a:ln>
        </p:spPr>
      </p:sp>
      <p:sp>
        <p:nvSpPr>
          <p:cNvPr id="190" name="Google Shape;190;p22" descr="Tall office building looking up"/>
          <p:cNvSpPr/>
          <p:nvPr/>
        </p:nvSpPr>
        <p:spPr>
          <a:xfrm>
            <a:off x="3718560" y="1181123"/>
            <a:ext cx="4754880" cy="4495754"/>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91" name="Google Shape;191;p22"/>
          <p:cNvSpPr txBox="1">
            <a:spLocks noGrp="1"/>
          </p:cNvSpPr>
          <p:nvPr>
            <p:ph type="body" idx="1"/>
          </p:nvPr>
        </p:nvSpPr>
        <p:spPr>
          <a:xfrm>
            <a:off x="4149139" y="4859469"/>
            <a:ext cx="3924934" cy="490538"/>
          </a:xfrm>
          <a:prstGeom prst="rect">
            <a:avLst/>
          </a:prstGeom>
          <a:noFill/>
          <a:ln>
            <a:noFill/>
          </a:ln>
        </p:spPr>
        <p:txBody>
          <a:bodyPr spcFirstLastPara="1" wrap="square" lIns="91425" tIns="45700" rIns="91425" bIns="45700" anchor="t" anchorCtr="0">
            <a:normAutofit/>
          </a:bodyPr>
          <a:lstStyle>
            <a:lvl1pPr marL="457200" lvl="0" indent="-228600" algn="r">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a:spcBef>
                <a:spcPts val="1000"/>
              </a:spcBef>
              <a:spcAft>
                <a:spcPts val="0"/>
              </a:spcAft>
              <a:buSzPts val="1280"/>
              <a:buNone/>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92" name="Google Shape;192;p22"/>
          <p:cNvSpPr txBox="1">
            <a:spLocks noGrp="1"/>
          </p:cNvSpPr>
          <p:nvPr>
            <p:ph type="title"/>
          </p:nvPr>
        </p:nvSpPr>
        <p:spPr>
          <a:xfrm>
            <a:off x="4149139" y="1529685"/>
            <a:ext cx="3924934" cy="1695637"/>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Clr>
                <a:schemeClr val="lt1"/>
              </a:buClr>
              <a:buSzPts val="4800"/>
              <a:buFont typeface="Trebuchet MS"/>
              <a:buNone/>
              <a:defRPr sz="4800"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12" name="Google Shape;12;p1"/>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13" name="Google Shape;13;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0" y="4013200"/>
              <a:ext cx="448733" cy="2844800"/>
            </a:xfrm>
            <a:prstGeom prst="triangle">
              <a:avLst>
                <a:gd name="adj" fmla="val 0"/>
              </a:avLst>
            </a:prstGeom>
            <a:solidFill>
              <a:schemeClr val="accent1">
                <a:alpha val="7019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9/3/2026</a:t>
            </a:r>
            <a:endParaRPr sz="1100" b="0" i="0" u="none" strike="noStrike" cap="non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3"/>
          <p:cNvSpPr txBox="1">
            <a:spLocks noGrp="1"/>
          </p:cNvSpPr>
          <p:nvPr>
            <p:ph type="body" idx="1"/>
          </p:nvPr>
        </p:nvSpPr>
        <p:spPr>
          <a:xfrm>
            <a:off x="529820" y="3923383"/>
            <a:ext cx="8348709" cy="861600"/>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spcBef>
                <a:spcPts val="0"/>
              </a:spcBef>
              <a:spcAft>
                <a:spcPts val="0"/>
              </a:spcAft>
              <a:buSzPct val="36919"/>
              <a:buNone/>
            </a:pPr>
            <a:r>
              <a:rPr lang="en-US" b="0" dirty="0">
                <a:solidFill>
                  <a:schemeClr val="dk1"/>
                </a:solidFill>
              </a:rPr>
              <a:t>     </a:t>
            </a:r>
            <a:r>
              <a:rPr lang="en-US" sz="4334" b="0" dirty="0">
                <a:solidFill>
                  <a:schemeClr val="dk1"/>
                </a:solidFill>
              </a:rPr>
              <a:t> Student Name- Ravinandan S</a:t>
            </a:r>
          </a:p>
          <a:p>
            <a:pPr marL="0" lvl="0" indent="0" algn="l" rtl="0">
              <a:spcBef>
                <a:spcPts val="0"/>
              </a:spcBef>
              <a:spcAft>
                <a:spcPts val="0"/>
              </a:spcAft>
              <a:buSzPct val="36919"/>
              <a:buNone/>
            </a:pPr>
            <a:r>
              <a:rPr lang="en-US" sz="4334" b="0" dirty="0">
                <a:solidFill>
                  <a:schemeClr val="dk1"/>
                </a:solidFill>
              </a:rPr>
              <a:t>   College Name- JSS SCIENCE AND TECHNOLOGY UNIVERSITY</a:t>
            </a:r>
            <a:endParaRPr sz="4334" b="0" dirty="0">
              <a:solidFill>
                <a:schemeClr val="dk1"/>
              </a:solidFill>
            </a:endParaRPr>
          </a:p>
        </p:txBody>
      </p:sp>
      <p:sp>
        <p:nvSpPr>
          <p:cNvPr id="198" name="Google Shape;198;p23"/>
          <p:cNvSpPr txBox="1">
            <a:spLocks noGrp="1"/>
          </p:cNvSpPr>
          <p:nvPr>
            <p:ph type="title"/>
          </p:nvPr>
        </p:nvSpPr>
        <p:spPr>
          <a:xfrm>
            <a:off x="333175" y="2806650"/>
            <a:ext cx="9524400" cy="646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b="1" dirty="0"/>
              <a:t>Project Title - Seasonal Agriculture performance analysis</a:t>
            </a:r>
            <a:endParaRPr sz="3200" b="1" dirty="0"/>
          </a:p>
        </p:txBody>
      </p:sp>
      <p:sp>
        <p:nvSpPr>
          <p:cNvPr id="199" name="Google Shape;199;p23"/>
          <p:cNvSpPr txBox="1"/>
          <p:nvPr/>
        </p:nvSpPr>
        <p:spPr>
          <a:xfrm>
            <a:off x="5779425" y="2737101"/>
            <a:ext cx="3312300" cy="8616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920"/>
              <a:buFont typeface="Noto Sans Symbols"/>
              <a:buNone/>
            </a:pPr>
            <a:endParaRPr sz="2400" b="1" i="0" u="none" strike="noStrike" cap="non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01" name="Google Shape;201;p23"/>
          <p:cNvSpPr txBox="1"/>
          <p:nvPr/>
        </p:nvSpPr>
        <p:spPr>
          <a:xfrm>
            <a:off x="722649" y="4784983"/>
            <a:ext cx="7763128" cy="461624"/>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chemeClr val="dk1"/>
                </a:solidFill>
                <a:latin typeface="Trebuchet MS"/>
                <a:ea typeface="Trebuchet MS"/>
                <a:cs typeface="Trebuchet MS"/>
                <a:sym typeface="Trebuchet MS"/>
              </a:rPr>
              <a:t>AICTE STU ID : </a:t>
            </a:r>
            <a:r>
              <a:rPr lang="en-IN" sz="2400" b="1" dirty="0">
                <a:latin typeface="Trebuchet MS" panose="020B0603020202020204" pitchFamily="34" charset="0"/>
              </a:rPr>
              <a:t>STU67c32d01620a51740844289</a:t>
            </a:r>
            <a:endParaRPr sz="1800" b="1" dirty="0">
              <a:latin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1822"/>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99"/>
                                        </p:tgtEl>
                                        <p:attrNameLst>
                                          <p:attrName>style.visibility</p:attrName>
                                        </p:attrNameLst>
                                      </p:cBhvr>
                                      <p:to>
                                        <p:strVal val="visible"/>
                                      </p:to>
                                    </p:set>
                                    <p:anim calcmode="lin" valueType="num">
                                      <p:cBhvr additive="base">
                                        <p:cTn id="12" dur="500"/>
                                        <p:tgtEl>
                                          <p:spTgt spid="199"/>
                                        </p:tgtEl>
                                        <p:attrNameLst>
                                          <p:attrName>ppt_w</p:attrName>
                                        </p:attrNameLst>
                                      </p:cBhvr>
                                      <p:tavLst>
                                        <p:tav tm="0">
                                          <p:val>
                                            <p:strVal val="0"/>
                                          </p:val>
                                        </p:tav>
                                        <p:tav tm="100000">
                                          <p:val>
                                            <p:strVal val="#ppt_w"/>
                                          </p:val>
                                        </p:tav>
                                      </p:tavLst>
                                    </p:anim>
                                    <p:anim calcmode="lin" valueType="num">
                                      <p:cBhvr additive="base">
                                        <p:cTn id="13" dur="500"/>
                                        <p:tgtEl>
                                          <p:spTgt spid="199"/>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7">
                                            <p:txEl>
                                              <p:pRg st="0" end="0"/>
                                            </p:txEl>
                                          </p:spTgt>
                                        </p:tgtEl>
                                        <p:attrNameLst>
                                          <p:attrName>style.visibility</p:attrName>
                                        </p:attrNameLst>
                                      </p:cBhvr>
                                      <p:to>
                                        <p:strVal val="visible"/>
                                      </p:to>
                                    </p:set>
                                    <p:animEffect transition="in" filter="fade">
                                      <p:cBhvr>
                                        <p:cTn id="18" dur="500"/>
                                        <p:tgtEl>
                                          <p:spTgt spid="19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7">
                                            <p:txEl>
                                              <p:pRg st="1" end="1"/>
                                            </p:txEl>
                                          </p:spTgt>
                                        </p:tgtEl>
                                        <p:attrNameLst>
                                          <p:attrName>style.visibility</p:attrName>
                                        </p:attrNameLst>
                                      </p:cBhvr>
                                      <p:to>
                                        <p:strVal val="visible"/>
                                      </p:to>
                                    </p:set>
                                    <p:animEffect transition="in" filter="fade">
                                      <p:cBhvr>
                                        <p:cTn id="23" dur="500"/>
                                        <p:tgtEl>
                                          <p:spTgt spid="1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4"/>
          <p:cNvSpPr txBox="1">
            <a:spLocks noGrp="1"/>
          </p:cNvSpPr>
          <p:nvPr>
            <p:ph type="body" idx="1"/>
          </p:nvPr>
        </p:nvSpPr>
        <p:spPr>
          <a:xfrm>
            <a:off x="1036768" y="1990631"/>
            <a:ext cx="6431400" cy="36081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00000"/>
              </a:lnSpc>
              <a:spcBef>
                <a:spcPts val="0"/>
              </a:spcBef>
              <a:spcAft>
                <a:spcPts val="0"/>
              </a:spcAft>
              <a:buSzPct val="80000"/>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dirty="0"/>
          </a:p>
        </p:txBody>
      </p:sp>
      <p:sp>
        <p:nvSpPr>
          <p:cNvPr id="207" name="Google Shape;207;p24"/>
          <p:cNvSpPr txBox="1">
            <a:spLocks noGrp="1"/>
          </p:cNvSpPr>
          <p:nvPr>
            <p:ph type="title"/>
          </p:nvPr>
        </p:nvSpPr>
        <p:spPr>
          <a:xfrm>
            <a:off x="754602" y="550417"/>
            <a:ext cx="6995604" cy="79011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dirty="0"/>
              <a:t>PROBLEM  STATEMENT</a:t>
            </a:r>
            <a:endParaRPr dirty="0"/>
          </a:p>
        </p:txBody>
      </p:sp>
      <p:pic>
        <p:nvPicPr>
          <p:cNvPr id="208" name="Google Shape;208;p24"/>
          <p:cNvPicPr preferRelativeResize="0"/>
          <p:nvPr/>
        </p:nvPicPr>
        <p:blipFill rotWithShape="1">
          <a:blip r:embed="rId3">
            <a:alphaModFix/>
          </a:blip>
          <a:srcRect/>
          <a:stretch/>
        </p:blipFill>
        <p:spPr>
          <a:xfrm>
            <a:off x="7995684" y="2930834"/>
            <a:ext cx="2760758" cy="3264409"/>
          </a:xfrm>
          <a:prstGeom prst="rect">
            <a:avLst/>
          </a:prstGeom>
          <a:noFill/>
          <a:ln>
            <a:noFill/>
          </a:ln>
        </p:spPr>
      </p:pic>
      <p:pic>
        <p:nvPicPr>
          <p:cNvPr id="209" name="Google Shape;209;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anim calcmode="lin" valueType="num">
                                      <p:cBhvr additive="base">
                                        <p:cTn id="7" dur="500"/>
                                        <p:tgtEl>
                                          <p:spTgt spid="207"/>
                                        </p:tgtEl>
                                        <p:attrNameLst>
                                          <p:attrName>ppt_w</p:attrName>
                                        </p:attrNameLst>
                                      </p:cBhvr>
                                      <p:tavLst>
                                        <p:tav tm="0">
                                          <p:val>
                                            <p:strVal val="0"/>
                                          </p:val>
                                        </p:tav>
                                        <p:tav tm="100000">
                                          <p:val>
                                            <p:strVal val="#ppt_w"/>
                                          </p:val>
                                        </p:tav>
                                      </p:tavLst>
                                    </p:anim>
                                    <p:anim calcmode="lin" valueType="num">
                                      <p:cBhvr additive="base">
                                        <p:cTn id="8" dur="500"/>
                                        <p:tgtEl>
                                          <p:spTgt spid="20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06">
                                            <p:txEl>
                                              <p:pRg st="0" end="0"/>
                                            </p:txEl>
                                          </p:spTgt>
                                        </p:tgtEl>
                                        <p:attrNameLst>
                                          <p:attrName>style.visibility</p:attrName>
                                        </p:attrNameLst>
                                      </p:cBhvr>
                                      <p:to>
                                        <p:strVal val="visible"/>
                                      </p:to>
                                    </p:set>
                                    <p:animEffect transition="in" filter="fade">
                                      <p:cBhvr>
                                        <p:cTn id="13" dur="1000"/>
                                        <p:tgtEl>
                                          <p:spTgt spid="2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75950" y="800100"/>
            <a:ext cx="6276000" cy="424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213862"/>
              <a:buFont typeface="Trebuchet MS"/>
              <a:buNone/>
            </a:pPr>
            <a:r>
              <a:rPr lang="en-US" dirty="0"/>
              <a:t>Project Description</a:t>
            </a:r>
            <a:br>
              <a:rPr lang="en-US" dirty="0"/>
            </a:br>
            <a:br>
              <a:rPr lang="en-US" dirty="0"/>
            </a:br>
            <a:r>
              <a:rPr lang="en-US" sz="2244" b="0" dirty="0"/>
              <a:t>This project focuses on analyzing agricultural performance across different seasons, crops and regions using data analytics techniques.</a:t>
            </a:r>
            <a:endParaRPr sz="2244" b="0" dirty="0"/>
          </a:p>
          <a:p>
            <a:pPr marL="0" lvl="0" indent="0" algn="l" rtl="0">
              <a:spcBef>
                <a:spcPts val="0"/>
              </a:spcBef>
              <a:spcAft>
                <a:spcPts val="0"/>
              </a:spcAft>
              <a:buClr>
                <a:schemeClr val="dk1"/>
              </a:buClr>
              <a:buSzPct val="49010"/>
              <a:buFont typeface="Arial"/>
              <a:buNone/>
            </a:pPr>
            <a:r>
              <a:rPr lang="en-US" sz="2244" b="0" dirty="0"/>
              <a:t>The analysis includes data cleaning, exploratory data analysis, seasonal comparison, crop and regional analysis, environmental conditions, resource usage, water efficiency, economic performance and disease/pest risk.</a:t>
            </a:r>
            <a:endParaRPr sz="2244" b="0" dirty="0"/>
          </a:p>
          <a:p>
            <a:pPr marL="0" lvl="0" indent="0" algn="l" rtl="0">
              <a:spcBef>
                <a:spcPts val="0"/>
              </a:spcBef>
              <a:spcAft>
                <a:spcPts val="0"/>
              </a:spcAft>
              <a:buClr>
                <a:schemeClr val="dk1"/>
              </a:buClr>
              <a:buSzPct val="49010"/>
              <a:buFont typeface="Arial"/>
              <a:buNone/>
            </a:pPr>
            <a:r>
              <a:rPr lang="en-US" sz="2244" b="0" dirty="0"/>
              <a:t>Statistical and visualization techniques are used to identify meaningful patterns, relationships and variations in agricultural performance and to develop evidence-based insights for better seasonal agricultural planning.</a:t>
            </a:r>
            <a:endParaRPr sz="2244" b="0" dirty="0"/>
          </a:p>
          <a:p>
            <a:pPr marL="0" lvl="0" indent="0" algn="l" rtl="0">
              <a:spcBef>
                <a:spcPts val="0"/>
              </a:spcBef>
              <a:spcAft>
                <a:spcPts val="0"/>
              </a:spcAft>
              <a:buClr>
                <a:schemeClr val="dk1"/>
              </a:buClr>
              <a:buSzPct val="100000"/>
              <a:buFont typeface="Trebuchet MS"/>
              <a:buNone/>
            </a:pPr>
            <a:r>
              <a:rPr lang="en-US" dirty="0"/>
              <a:t> </a:t>
            </a:r>
            <a:br>
              <a:rPr lang="en-US" dirty="0"/>
            </a:br>
            <a:endParaRPr dirty="0"/>
          </a:p>
        </p:txBody>
      </p:sp>
      <p:pic>
        <p:nvPicPr>
          <p:cNvPr id="215" name="Google Shape;215;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a:stretch/>
        </p:blipFill>
        <p:spPr>
          <a:xfrm>
            <a:off x="467359" y="6410461"/>
            <a:ext cx="3706253" cy="2960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 calcmode="lin" valueType="num">
                                      <p:cBhvr additive="base">
                                        <p:cTn id="7" dur="500"/>
                                        <p:tgtEl>
                                          <p:spTgt spid="214"/>
                                        </p:tgtEl>
                                        <p:attrNameLst>
                                          <p:attrName>ppt_w</p:attrName>
                                        </p:attrNameLst>
                                      </p:cBhvr>
                                      <p:tavLst>
                                        <p:tav tm="0">
                                          <p:val>
                                            <p:strVal val="0"/>
                                          </p:val>
                                        </p:tav>
                                        <p:tav tm="100000">
                                          <p:val>
                                            <p:strVal val="#ppt_w"/>
                                          </p:val>
                                        </p:tav>
                                      </p:tavLst>
                                    </p:anim>
                                    <p:anim calcmode="lin" valueType="num">
                                      <p:cBhvr additive="base">
                                        <p:cTn id="8" dur="500"/>
                                        <p:tgtEl>
                                          <p:spTgt spid="21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6"/>
          <p:cNvSpPr txBox="1">
            <a:spLocks noGrp="1"/>
          </p:cNvSpPr>
          <p:nvPr>
            <p:ph type="body" idx="1"/>
          </p:nvPr>
        </p:nvSpPr>
        <p:spPr>
          <a:xfrm>
            <a:off x="721359" y="1991360"/>
            <a:ext cx="7904481" cy="3990023"/>
          </a:xfrm>
          <a:prstGeom prst="rect">
            <a:avLst/>
          </a:prstGeom>
          <a:noFill/>
          <a:ln>
            <a:noFill/>
          </a:ln>
        </p:spPr>
        <p:txBody>
          <a:bodyPr spcFirstLastPara="1" wrap="square" lIns="91425" tIns="45700" rIns="91425" bIns="45700" anchor="t" anchorCtr="0">
            <a:normAutofit fontScale="55000" lnSpcReduction="20000"/>
          </a:bodyPr>
          <a:lstStyle/>
          <a:p>
            <a:pPr marL="457200" lvl="0" indent="-354330" algn="just" rtl="0">
              <a:lnSpc>
                <a:spcPct val="150000"/>
              </a:lnSpc>
              <a:spcBef>
                <a:spcPts val="0"/>
              </a:spcBef>
              <a:spcAft>
                <a:spcPts val="0"/>
              </a:spcAft>
              <a:buSzPct val="100000"/>
              <a:buChar char="●"/>
            </a:pPr>
            <a:r>
              <a:rPr lang="en-US" sz="3600" dirty="0"/>
              <a:t>Farmers – for better seasonal and crop planning</a:t>
            </a:r>
            <a:endParaRPr sz="3600" dirty="0"/>
          </a:p>
          <a:p>
            <a:pPr marL="457200" lvl="0" indent="-354330" algn="just" rtl="0">
              <a:lnSpc>
                <a:spcPct val="150000"/>
              </a:lnSpc>
              <a:spcBef>
                <a:spcPts val="0"/>
              </a:spcBef>
              <a:spcAft>
                <a:spcPts val="0"/>
              </a:spcAft>
              <a:buSzPct val="100000"/>
              <a:buChar char="●"/>
            </a:pPr>
            <a:r>
              <a:rPr lang="en-US" sz="3600" dirty="0"/>
              <a:t>Agricultural Planners – for evidence-based agricultural planning</a:t>
            </a:r>
            <a:endParaRPr sz="3600" dirty="0"/>
          </a:p>
          <a:p>
            <a:pPr marL="457200" lvl="0" indent="-354330" algn="just" rtl="0">
              <a:lnSpc>
                <a:spcPct val="150000"/>
              </a:lnSpc>
              <a:spcBef>
                <a:spcPts val="0"/>
              </a:spcBef>
              <a:spcAft>
                <a:spcPts val="0"/>
              </a:spcAft>
              <a:buSzPct val="100000"/>
              <a:buChar char="●"/>
            </a:pPr>
            <a:r>
              <a:rPr lang="en-US" sz="3600" dirty="0"/>
              <a:t>Agricultural Researchers – to study seasonal patterns and trends</a:t>
            </a:r>
            <a:endParaRPr sz="3600" dirty="0"/>
          </a:p>
          <a:p>
            <a:pPr marL="457200" lvl="0" indent="-354330" algn="just" rtl="0">
              <a:lnSpc>
                <a:spcPct val="150000"/>
              </a:lnSpc>
              <a:spcBef>
                <a:spcPts val="0"/>
              </a:spcBef>
              <a:spcAft>
                <a:spcPts val="0"/>
              </a:spcAft>
              <a:buSzPct val="100000"/>
              <a:buChar char="●"/>
            </a:pPr>
            <a:r>
              <a:rPr lang="en-US" sz="3600" dirty="0"/>
              <a:t>Government Agricultural Departments – for planning and resource management</a:t>
            </a:r>
            <a:endParaRPr sz="3600" dirty="0"/>
          </a:p>
          <a:p>
            <a:pPr marL="457200" lvl="0" indent="-354330" algn="just" rtl="0">
              <a:lnSpc>
                <a:spcPct val="150000"/>
              </a:lnSpc>
              <a:spcBef>
                <a:spcPts val="0"/>
              </a:spcBef>
              <a:spcAft>
                <a:spcPts val="0"/>
              </a:spcAft>
              <a:buSzPct val="100000"/>
              <a:buChar char="●"/>
            </a:pPr>
            <a:r>
              <a:rPr lang="en-US" sz="3600" dirty="0"/>
              <a:t>Agribusiness Organizations – to understand crop and seasonal economic performance</a:t>
            </a:r>
            <a:endParaRPr sz="3600" dirty="0"/>
          </a:p>
          <a:p>
            <a:pPr marL="342900" lvl="0" indent="-160020" algn="just" rtl="0">
              <a:lnSpc>
                <a:spcPct val="150000"/>
              </a:lnSpc>
              <a:spcBef>
                <a:spcPts val="0"/>
              </a:spcBef>
              <a:spcAft>
                <a:spcPts val="0"/>
              </a:spcAft>
              <a:buSzPct val="80000"/>
              <a:buNone/>
            </a:pPr>
            <a:endParaRPr sz="3600" dirty="0"/>
          </a:p>
        </p:txBody>
      </p:sp>
      <p:sp>
        <p:nvSpPr>
          <p:cNvPr id="222" name="Google Shape;222;p26"/>
          <p:cNvSpPr txBox="1">
            <a:spLocks noGrp="1"/>
          </p:cNvSpPr>
          <p:nvPr>
            <p:ph type="title"/>
          </p:nvPr>
        </p:nvSpPr>
        <p:spPr>
          <a:xfrm>
            <a:off x="620008" y="876617"/>
            <a:ext cx="10046070" cy="80264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500"/>
                                        <p:tgtEl>
                                          <p:spTgt spid="222"/>
                                        </p:tgtEl>
                                        <p:attrNameLst>
                                          <p:attrName>ppt_w</p:attrName>
                                        </p:attrNameLst>
                                      </p:cBhvr>
                                      <p:tavLst>
                                        <p:tav tm="0">
                                          <p:val>
                                            <p:strVal val="0"/>
                                          </p:val>
                                        </p:tav>
                                        <p:tav tm="100000">
                                          <p:val>
                                            <p:strVal val="#ppt_w"/>
                                          </p:val>
                                        </p:tav>
                                      </p:tavLst>
                                    </p:anim>
                                    <p:anim calcmode="lin" valueType="num">
                                      <p:cBhvr additive="base">
                                        <p:cTn id="8" dur="500"/>
                                        <p:tgtEl>
                                          <p:spTgt spid="22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21">
                                            <p:txEl>
                                              <p:pRg st="0" end="0"/>
                                            </p:txEl>
                                          </p:spTgt>
                                        </p:tgtEl>
                                        <p:attrNameLst>
                                          <p:attrName>style.visibility</p:attrName>
                                        </p:attrNameLst>
                                      </p:cBhvr>
                                      <p:to>
                                        <p:strVal val="visible"/>
                                      </p:to>
                                    </p:set>
                                    <p:animEffect transition="in" filter="fade">
                                      <p:cBhvr>
                                        <p:cTn id="13" dur="1000"/>
                                        <p:tgtEl>
                                          <p:spTgt spid="22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1">
                                            <p:txEl>
                                              <p:pRg st="1" end="1"/>
                                            </p:txEl>
                                          </p:spTgt>
                                        </p:tgtEl>
                                        <p:attrNameLst>
                                          <p:attrName>style.visibility</p:attrName>
                                        </p:attrNameLst>
                                      </p:cBhvr>
                                      <p:to>
                                        <p:strVal val="visible"/>
                                      </p:to>
                                    </p:set>
                                    <p:animEffect transition="in" filter="fade">
                                      <p:cBhvr>
                                        <p:cTn id="18" dur="1000"/>
                                        <p:tgtEl>
                                          <p:spTgt spid="22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1">
                                            <p:txEl>
                                              <p:pRg st="2" end="2"/>
                                            </p:txEl>
                                          </p:spTgt>
                                        </p:tgtEl>
                                        <p:attrNameLst>
                                          <p:attrName>style.visibility</p:attrName>
                                        </p:attrNameLst>
                                      </p:cBhvr>
                                      <p:to>
                                        <p:strVal val="visible"/>
                                      </p:to>
                                    </p:set>
                                    <p:animEffect transition="in" filter="fade">
                                      <p:cBhvr>
                                        <p:cTn id="23" dur="1000"/>
                                        <p:tgtEl>
                                          <p:spTgt spid="22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1">
                                            <p:txEl>
                                              <p:pRg st="3" end="3"/>
                                            </p:txEl>
                                          </p:spTgt>
                                        </p:tgtEl>
                                        <p:attrNameLst>
                                          <p:attrName>style.visibility</p:attrName>
                                        </p:attrNameLst>
                                      </p:cBhvr>
                                      <p:to>
                                        <p:strVal val="visible"/>
                                      </p:to>
                                    </p:set>
                                    <p:animEffect transition="in" filter="fade">
                                      <p:cBhvr>
                                        <p:cTn id="28" dur="1000"/>
                                        <p:tgtEl>
                                          <p:spTgt spid="22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1">
                                            <p:txEl>
                                              <p:pRg st="4" end="4"/>
                                            </p:txEl>
                                          </p:spTgt>
                                        </p:tgtEl>
                                        <p:attrNameLst>
                                          <p:attrName>style.visibility</p:attrName>
                                        </p:attrNameLst>
                                      </p:cBhvr>
                                      <p:to>
                                        <p:strVal val="visible"/>
                                      </p:to>
                                    </p:set>
                                    <p:animEffect transition="in" filter="fade">
                                      <p:cBhvr>
                                        <p:cTn id="33" dur="1000"/>
                                        <p:tgtEl>
                                          <p:spTgt spid="221">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21">
                                            <p:txEl>
                                              <p:pRg st="5" end="5"/>
                                            </p:txEl>
                                          </p:spTgt>
                                        </p:tgtEl>
                                        <p:attrNameLst>
                                          <p:attrName>style.visibility</p:attrName>
                                        </p:attrNameLst>
                                      </p:cBhvr>
                                      <p:to>
                                        <p:strVal val="visible"/>
                                      </p:to>
                                    </p:set>
                                    <p:animEffect transition="in" filter="fade">
                                      <p:cBhvr>
                                        <p:cTn id="38" dur="1000"/>
                                        <p:tgtEl>
                                          <p:spTgt spid="2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4">
            <a:alphaModFix/>
          </a:blip>
          <a:srcRect/>
          <a:stretch/>
        </p:blipFill>
        <p:spPr>
          <a:xfrm flipH="1">
            <a:off x="50800" y="3820160"/>
            <a:ext cx="1727200" cy="3010024"/>
          </a:xfrm>
          <a:prstGeom prst="rect">
            <a:avLst/>
          </a:prstGeom>
          <a:noFill/>
          <a:ln>
            <a:noFill/>
          </a:ln>
        </p:spPr>
      </p:pic>
      <p:sp>
        <p:nvSpPr>
          <p:cNvPr id="231" name="Google Shape;231;p27"/>
          <p:cNvSpPr txBox="1">
            <a:spLocks noGrp="1"/>
          </p:cNvSpPr>
          <p:nvPr>
            <p:ph type="body" idx="1"/>
          </p:nvPr>
        </p:nvSpPr>
        <p:spPr>
          <a:xfrm>
            <a:off x="1777993" y="1586785"/>
            <a:ext cx="9027600" cy="5243400"/>
          </a:xfrm>
          <a:prstGeom prst="rect">
            <a:avLst/>
          </a:prstGeom>
          <a:noFill/>
          <a:ln>
            <a:noFill/>
          </a:ln>
        </p:spPr>
        <p:txBody>
          <a:bodyPr spcFirstLastPara="1" wrap="square" lIns="91425" tIns="45700" rIns="91425" bIns="45700" anchor="t" anchorCtr="0">
            <a:normAutofit/>
          </a:bodyPr>
          <a:lstStyle/>
          <a:p>
            <a:pPr marL="457200" lvl="0" indent="-330200" algn="l" rtl="0">
              <a:spcBef>
                <a:spcPts val="0"/>
              </a:spcBef>
              <a:spcAft>
                <a:spcPts val="0"/>
              </a:spcAft>
              <a:buSzPts val="1600"/>
              <a:buChar char="●"/>
            </a:pPr>
            <a:r>
              <a:rPr lang="en-US"/>
              <a:t>Python</a:t>
            </a:r>
            <a:endParaRPr/>
          </a:p>
          <a:p>
            <a:pPr marL="457200" lvl="0" indent="-330200" algn="l" rtl="0">
              <a:spcBef>
                <a:spcPts val="0"/>
              </a:spcBef>
              <a:spcAft>
                <a:spcPts val="0"/>
              </a:spcAft>
              <a:buSzPts val="1600"/>
              <a:buChar char="●"/>
            </a:pPr>
            <a:r>
              <a:rPr lang="en-US"/>
              <a:t>Pandas</a:t>
            </a:r>
            <a:endParaRPr/>
          </a:p>
          <a:p>
            <a:pPr marL="457200" lvl="0" indent="-330200" algn="l" rtl="0">
              <a:spcBef>
                <a:spcPts val="0"/>
              </a:spcBef>
              <a:spcAft>
                <a:spcPts val="0"/>
              </a:spcAft>
              <a:buSzPts val="1600"/>
              <a:buChar char="●"/>
            </a:pPr>
            <a:r>
              <a:rPr lang="en-US"/>
              <a:t>NumPy</a:t>
            </a:r>
            <a:endParaRPr/>
          </a:p>
          <a:p>
            <a:pPr marL="457200" lvl="0" indent="-330200" algn="l" rtl="0">
              <a:spcBef>
                <a:spcPts val="0"/>
              </a:spcBef>
              <a:spcAft>
                <a:spcPts val="0"/>
              </a:spcAft>
              <a:buSzPts val="1600"/>
              <a:buChar char="●"/>
            </a:pPr>
            <a:r>
              <a:rPr lang="en-US"/>
              <a:t>Matplotlib</a:t>
            </a:r>
            <a:endParaRPr/>
          </a:p>
          <a:p>
            <a:pPr marL="457200" lvl="0" indent="-330200" algn="l" rtl="0">
              <a:spcBef>
                <a:spcPts val="0"/>
              </a:spcBef>
              <a:spcAft>
                <a:spcPts val="0"/>
              </a:spcAft>
              <a:buSzPts val="1600"/>
              <a:buChar char="●"/>
            </a:pPr>
            <a:r>
              <a:rPr lang="en-US"/>
              <a:t>Seaborn</a:t>
            </a:r>
            <a:endParaRPr/>
          </a:p>
          <a:p>
            <a:pPr marL="457200" lvl="0" indent="-330200" algn="l" rtl="0">
              <a:spcBef>
                <a:spcPts val="0"/>
              </a:spcBef>
              <a:spcAft>
                <a:spcPts val="0"/>
              </a:spcAft>
              <a:buSzPts val="1600"/>
              <a:buChar char="●"/>
            </a:pPr>
            <a:r>
              <a:rPr lang="en-US"/>
              <a:t>SciPy</a:t>
            </a:r>
            <a:endParaRPr/>
          </a:p>
          <a:p>
            <a:pPr marL="457200" lvl="0" indent="-330200" algn="l" rtl="0">
              <a:spcBef>
                <a:spcPts val="0"/>
              </a:spcBef>
              <a:spcAft>
                <a:spcPts val="0"/>
              </a:spcAft>
              <a:buSzPts val="1600"/>
              <a:buChar char="●"/>
            </a:pPr>
            <a:r>
              <a:rPr lang="en-US"/>
              <a:t>Google Colab</a:t>
            </a:r>
            <a:endParaRPr/>
          </a:p>
          <a:p>
            <a:pPr marL="457200" lvl="0" indent="-330200" algn="l" rtl="0">
              <a:spcBef>
                <a:spcPts val="0"/>
              </a:spcBef>
              <a:spcAft>
                <a:spcPts val="0"/>
              </a:spcAft>
              <a:buSzPts val="1600"/>
              <a:buChar char="●"/>
            </a:pPr>
            <a:r>
              <a:rPr lang="en-US"/>
              <a:t>GitHub</a:t>
            </a:r>
            <a:endParaRPr/>
          </a:p>
          <a:p>
            <a:pPr marL="742950" lvl="1" indent="-184150" algn="l" rtl="0">
              <a:lnSpc>
                <a:spcPct val="150000"/>
              </a:lnSpc>
              <a:spcBef>
                <a:spcPts val="0"/>
              </a:spcBef>
              <a:spcAft>
                <a:spcPts val="0"/>
              </a:spcAft>
              <a:buSzPts val="1600"/>
              <a:buNone/>
            </a:pPr>
            <a:endParaRPr/>
          </a:p>
        </p:txBody>
      </p:sp>
      <p:sp>
        <p:nvSpPr>
          <p:cNvPr id="232" name="Google Shape;232;p27"/>
          <p:cNvSpPr txBox="1">
            <a:spLocks noGrp="1"/>
          </p:cNvSpPr>
          <p:nvPr>
            <p:ph type="title"/>
          </p:nvPr>
        </p:nvSpPr>
        <p:spPr>
          <a:xfrm>
            <a:off x="660399" y="430567"/>
            <a:ext cx="5306291" cy="84781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2"/>
                                        </p:tgtEl>
                                        <p:attrNameLst>
                                          <p:attrName>style.visibility</p:attrName>
                                        </p:attrNameLst>
                                      </p:cBhvr>
                                      <p:to>
                                        <p:strVal val="visible"/>
                                      </p:to>
                                    </p:set>
                                    <p:anim calcmode="lin" valueType="num">
                                      <p:cBhvr additive="base">
                                        <p:cTn id="7" dur="500"/>
                                        <p:tgtEl>
                                          <p:spTgt spid="232"/>
                                        </p:tgtEl>
                                        <p:attrNameLst>
                                          <p:attrName>ppt_w</p:attrName>
                                        </p:attrNameLst>
                                      </p:cBhvr>
                                      <p:tavLst>
                                        <p:tav tm="0">
                                          <p:val>
                                            <p:strVal val="0"/>
                                          </p:val>
                                        </p:tav>
                                        <p:tav tm="100000">
                                          <p:val>
                                            <p:strVal val="#ppt_w"/>
                                          </p:val>
                                        </p:tav>
                                      </p:tavLst>
                                    </p:anim>
                                    <p:anim calcmode="lin" valueType="num">
                                      <p:cBhvr additive="base">
                                        <p:cTn id="8" dur="500"/>
                                        <p:tgtEl>
                                          <p:spTgt spid="23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31">
                                            <p:txEl>
                                              <p:pRg st="0" end="0"/>
                                            </p:txEl>
                                          </p:spTgt>
                                        </p:tgtEl>
                                        <p:attrNameLst>
                                          <p:attrName>style.visibility</p:attrName>
                                        </p:attrNameLst>
                                      </p:cBhvr>
                                      <p:to>
                                        <p:strVal val="visible"/>
                                      </p:to>
                                    </p:set>
                                    <p:animEffect transition="in" filter="fade">
                                      <p:cBhvr>
                                        <p:cTn id="13" dur="1000"/>
                                        <p:tgtEl>
                                          <p:spTgt spid="23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1">
                                            <p:txEl>
                                              <p:pRg st="1" end="1"/>
                                            </p:txEl>
                                          </p:spTgt>
                                        </p:tgtEl>
                                        <p:attrNameLst>
                                          <p:attrName>style.visibility</p:attrName>
                                        </p:attrNameLst>
                                      </p:cBhvr>
                                      <p:to>
                                        <p:strVal val="visible"/>
                                      </p:to>
                                    </p:set>
                                    <p:animEffect transition="in" filter="fade">
                                      <p:cBhvr>
                                        <p:cTn id="18" dur="1000"/>
                                        <p:tgtEl>
                                          <p:spTgt spid="23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1">
                                            <p:txEl>
                                              <p:pRg st="2" end="2"/>
                                            </p:txEl>
                                          </p:spTgt>
                                        </p:tgtEl>
                                        <p:attrNameLst>
                                          <p:attrName>style.visibility</p:attrName>
                                        </p:attrNameLst>
                                      </p:cBhvr>
                                      <p:to>
                                        <p:strVal val="visible"/>
                                      </p:to>
                                    </p:set>
                                    <p:animEffect transition="in" filter="fade">
                                      <p:cBhvr>
                                        <p:cTn id="23" dur="1000"/>
                                        <p:tgtEl>
                                          <p:spTgt spid="23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31">
                                            <p:txEl>
                                              <p:pRg st="3" end="3"/>
                                            </p:txEl>
                                          </p:spTgt>
                                        </p:tgtEl>
                                        <p:attrNameLst>
                                          <p:attrName>style.visibility</p:attrName>
                                        </p:attrNameLst>
                                      </p:cBhvr>
                                      <p:to>
                                        <p:strVal val="visible"/>
                                      </p:to>
                                    </p:set>
                                    <p:animEffect transition="in" filter="fade">
                                      <p:cBhvr>
                                        <p:cTn id="28" dur="1000"/>
                                        <p:tgtEl>
                                          <p:spTgt spid="23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1">
                                            <p:txEl>
                                              <p:pRg st="4" end="4"/>
                                            </p:txEl>
                                          </p:spTgt>
                                        </p:tgtEl>
                                        <p:attrNameLst>
                                          <p:attrName>style.visibility</p:attrName>
                                        </p:attrNameLst>
                                      </p:cBhvr>
                                      <p:to>
                                        <p:strVal val="visible"/>
                                      </p:to>
                                    </p:set>
                                    <p:animEffect transition="in" filter="fade">
                                      <p:cBhvr>
                                        <p:cTn id="33" dur="1000"/>
                                        <p:tgtEl>
                                          <p:spTgt spid="231">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31">
                                            <p:txEl>
                                              <p:pRg st="5" end="5"/>
                                            </p:txEl>
                                          </p:spTgt>
                                        </p:tgtEl>
                                        <p:attrNameLst>
                                          <p:attrName>style.visibility</p:attrName>
                                        </p:attrNameLst>
                                      </p:cBhvr>
                                      <p:to>
                                        <p:strVal val="visible"/>
                                      </p:to>
                                    </p:set>
                                    <p:animEffect transition="in" filter="fade">
                                      <p:cBhvr>
                                        <p:cTn id="38" dur="1000"/>
                                        <p:tgtEl>
                                          <p:spTgt spid="23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1">
                                            <p:txEl>
                                              <p:pRg st="6" end="6"/>
                                            </p:txEl>
                                          </p:spTgt>
                                        </p:tgtEl>
                                        <p:attrNameLst>
                                          <p:attrName>style.visibility</p:attrName>
                                        </p:attrNameLst>
                                      </p:cBhvr>
                                      <p:to>
                                        <p:strVal val="visible"/>
                                      </p:to>
                                    </p:set>
                                    <p:animEffect transition="in" filter="fade">
                                      <p:cBhvr>
                                        <p:cTn id="43" dur="1000"/>
                                        <p:tgtEl>
                                          <p:spTgt spid="231">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31">
                                            <p:txEl>
                                              <p:pRg st="7" end="7"/>
                                            </p:txEl>
                                          </p:spTgt>
                                        </p:tgtEl>
                                        <p:attrNameLst>
                                          <p:attrName>style.visibility</p:attrName>
                                        </p:attrNameLst>
                                      </p:cBhvr>
                                      <p:to>
                                        <p:strVal val="visible"/>
                                      </p:to>
                                    </p:set>
                                    <p:animEffect transition="in" filter="fade">
                                      <p:cBhvr>
                                        <p:cTn id="48" dur="1000"/>
                                        <p:tgtEl>
                                          <p:spTgt spid="231">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31">
                                            <p:txEl>
                                              <p:pRg st="8" end="8"/>
                                            </p:txEl>
                                          </p:spTgt>
                                        </p:tgtEl>
                                        <p:attrNameLst>
                                          <p:attrName>style.visibility</p:attrName>
                                        </p:attrNameLst>
                                      </p:cBhvr>
                                      <p:to>
                                        <p:strVal val="visible"/>
                                      </p:to>
                                    </p:set>
                                    <p:animEffect transition="in" filter="fade">
                                      <p:cBhvr>
                                        <p:cTn id="53" dur="1000"/>
                                        <p:tgtEl>
                                          <p:spTgt spid="2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38" name="Google Shape;238;p28"/>
          <p:cNvSpPr txBox="1">
            <a:spLocks noGrp="1"/>
          </p:cNvSpPr>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39" name="Google Shape;239;p28"/>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40" name="Google Shape;240;p28"/>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241" name="Google Shape;241;p28"/>
          <p:cNvPicPr preferRelativeResize="0"/>
          <p:nvPr/>
        </p:nvPicPr>
        <p:blipFill>
          <a:blip r:embed="rId4">
            <a:alphaModFix/>
          </a:blip>
          <a:stretch>
            <a:fillRect/>
          </a:stretch>
        </p:blipFill>
        <p:spPr>
          <a:xfrm>
            <a:off x="428550" y="1147750"/>
            <a:ext cx="5667451" cy="3957302"/>
          </a:xfrm>
          <a:prstGeom prst="rect">
            <a:avLst/>
          </a:prstGeom>
          <a:noFill/>
          <a:ln>
            <a:noFill/>
          </a:ln>
        </p:spPr>
      </p:pic>
      <p:sp>
        <p:nvSpPr>
          <p:cNvPr id="242" name="Google Shape;242;p28"/>
          <p:cNvSpPr txBox="1"/>
          <p:nvPr/>
        </p:nvSpPr>
        <p:spPr>
          <a:xfrm>
            <a:off x="6267325" y="2247900"/>
            <a:ext cx="37971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3F3F3F"/>
                </a:solidFill>
                <a:latin typeface="Trebuchet MS"/>
                <a:ea typeface="Trebuchet MS"/>
                <a:cs typeface="Trebuchet MS"/>
                <a:sym typeface="Trebuchet MS"/>
              </a:rPr>
              <a:t>Observation:</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recorded the highest average yield.</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recorded the lowest average yield.</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Yield varies across seasons.</a:t>
            </a:r>
            <a:endParaRPr sz="1800">
              <a:solidFill>
                <a:srgbClr val="3F3F3F"/>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500"/>
                                        <p:tgtEl>
                                          <p:spTgt spid="238"/>
                                        </p:tgtEl>
                                        <p:attrNameLst>
                                          <p:attrName>ppt_w</p:attrName>
                                        </p:attrNameLst>
                                      </p:cBhvr>
                                      <p:tavLst>
                                        <p:tav tm="0">
                                          <p:val>
                                            <p:strVal val="0"/>
                                          </p:val>
                                        </p:tav>
                                        <p:tav tm="100000">
                                          <p:val>
                                            <p:strVal val="#ppt_w"/>
                                          </p:val>
                                        </p:tav>
                                      </p:tavLst>
                                    </p:anim>
                                    <p:anim calcmode="lin" valueType="num">
                                      <p:cBhvr additive="base">
                                        <p:cTn id="8" dur="500"/>
                                        <p:tgtEl>
                                          <p:spTgt spid="23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39"/>
                                        </p:tgtEl>
                                        <p:attrNameLst>
                                          <p:attrName>style.visibility</p:attrName>
                                        </p:attrNameLst>
                                      </p:cBhvr>
                                      <p:to>
                                        <p:strVal val="visible"/>
                                      </p:to>
                                    </p:set>
                                    <p:animEffect transition="in" filter="fade">
                                      <p:cBhvr>
                                        <p:cTn id="13" dur="1000"/>
                                        <p:tgtEl>
                                          <p:spTgt spid="2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fade">
                                      <p:cBhvr>
                                        <p:cTn id="18"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8" name="Google Shape;248;p29"/>
          <p:cNvSpPr txBox="1">
            <a:spLocks noGrp="1"/>
          </p:cNvSpPr>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49" name="Google Shape;249;p29"/>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50" name="Google Shape;250;p29"/>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51" name="Google Shape;251;p29"/>
          <p:cNvSpPr txBox="1">
            <a:spLocks noGrp="1"/>
          </p:cNvSpPr>
          <p:nvPr>
            <p:ph type="body" idx="1"/>
          </p:nvPr>
        </p:nvSpPr>
        <p:spPr>
          <a:xfrm>
            <a:off x="186163" y="1201575"/>
            <a:ext cx="3613200" cy="3175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ct val="80000"/>
              <a:buNone/>
            </a:pPr>
            <a:r>
              <a:rPr lang="en-IN" dirty="0"/>
              <a:t> </a:t>
            </a:r>
            <a:endParaRPr dirty="0"/>
          </a:p>
        </p:txBody>
      </p:sp>
      <p:sp>
        <p:nvSpPr>
          <p:cNvPr id="252" name="Google Shape;252;p29"/>
          <p:cNvSpPr txBox="1"/>
          <p:nvPr/>
        </p:nvSpPr>
        <p:spPr>
          <a:xfrm>
            <a:off x="5369800" y="2270650"/>
            <a:ext cx="6850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pic>
        <p:nvPicPr>
          <p:cNvPr id="253" name="Google Shape;253;p29"/>
          <p:cNvPicPr preferRelativeResize="0"/>
          <p:nvPr/>
        </p:nvPicPr>
        <p:blipFill>
          <a:blip r:embed="rId4">
            <a:alphaModFix/>
          </a:blip>
          <a:stretch>
            <a:fillRect/>
          </a:stretch>
        </p:blipFill>
        <p:spPr>
          <a:xfrm>
            <a:off x="579945" y="1505863"/>
            <a:ext cx="5784376" cy="2998750"/>
          </a:xfrm>
          <a:prstGeom prst="rect">
            <a:avLst/>
          </a:prstGeom>
          <a:noFill/>
          <a:ln>
            <a:noFill/>
          </a:ln>
        </p:spPr>
      </p:pic>
      <p:sp>
        <p:nvSpPr>
          <p:cNvPr id="254" name="Google Shape;254;p29"/>
          <p:cNvSpPr txBox="1"/>
          <p:nvPr/>
        </p:nvSpPr>
        <p:spPr>
          <a:xfrm>
            <a:off x="974225" y="5216375"/>
            <a:ext cx="68502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Kharif shows the strongest performance.</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marL="457200" lvl="0" indent="-342900" algn="l" rtl="0">
              <a:spcBef>
                <a:spcPts val="0"/>
              </a:spcBef>
              <a:spcAft>
                <a:spcPts val="0"/>
              </a:spcAft>
              <a:buClr>
                <a:srgbClr val="3F3F3F"/>
              </a:buClr>
              <a:buSzPts val="1800"/>
              <a:buFont typeface="Trebuchet MS"/>
              <a:buChar char="●"/>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 calcmode="lin" valueType="num">
                                      <p:cBhvr additive="base">
                                        <p:cTn id="7" dur="500"/>
                                        <p:tgtEl>
                                          <p:spTgt spid="248"/>
                                        </p:tgtEl>
                                        <p:attrNameLst>
                                          <p:attrName>ppt_w</p:attrName>
                                        </p:attrNameLst>
                                      </p:cBhvr>
                                      <p:tavLst>
                                        <p:tav tm="0">
                                          <p:val>
                                            <p:strVal val="0"/>
                                          </p:val>
                                        </p:tav>
                                        <p:tav tm="100000">
                                          <p:val>
                                            <p:strVal val="#ppt_w"/>
                                          </p:val>
                                        </p:tav>
                                      </p:tavLst>
                                    </p:anim>
                                    <p:anim calcmode="lin" valueType="num">
                                      <p:cBhvr additive="base">
                                        <p:cTn id="8" dur="500"/>
                                        <p:tgtEl>
                                          <p:spTgt spid="24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9"/>
                                        </p:tgtEl>
                                        <p:attrNameLst>
                                          <p:attrName>style.visibility</p:attrName>
                                        </p:attrNameLst>
                                      </p:cBhvr>
                                      <p:to>
                                        <p:strVal val="visible"/>
                                      </p:to>
                                    </p:set>
                                    <p:animEffect transition="in" filter="fade">
                                      <p:cBhvr>
                                        <p:cTn id="13" dur="1000"/>
                                        <p:tgtEl>
                                          <p:spTgt spid="24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0"/>
                                        </p:tgtEl>
                                        <p:attrNameLst>
                                          <p:attrName>style.visibility</p:attrName>
                                        </p:attrNameLst>
                                      </p:cBhvr>
                                      <p:to>
                                        <p:strVal val="visible"/>
                                      </p:to>
                                    </p:set>
                                    <p:animEffect transition="in" filter="fade">
                                      <p:cBhvr>
                                        <p:cTn id="18" dur="1000"/>
                                        <p:tgtEl>
                                          <p:spTgt spid="2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1">
                                            <p:txEl>
                                              <p:pRg st="0" end="0"/>
                                            </p:txEl>
                                          </p:spTgt>
                                        </p:tgtEl>
                                        <p:attrNameLst>
                                          <p:attrName>style.visibility</p:attrName>
                                        </p:attrNameLst>
                                      </p:cBhvr>
                                      <p:to>
                                        <p:strVal val="visible"/>
                                      </p:to>
                                    </p:set>
                                    <p:animEffect transition="in" filter="fade">
                                      <p:cBhvr>
                                        <p:cTn id="23" dur="1000"/>
                                        <p:tgtEl>
                                          <p:spTgt spid="2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60" name="Google Shape;260;p30"/>
          <p:cNvSpPr txBox="1">
            <a:spLocks noGrp="1"/>
          </p:cNvSpPr>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61" name="Google Shape;261;p30"/>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62" name="Google Shape;262;p30"/>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64" name="Google Shape;264;p30"/>
          <p:cNvSpPr txBox="1"/>
          <p:nvPr/>
        </p:nvSpPr>
        <p:spPr>
          <a:xfrm>
            <a:off x="6017474" y="2580358"/>
            <a:ext cx="6090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pic>
        <p:nvPicPr>
          <p:cNvPr id="265" name="Google Shape;265;p30"/>
          <p:cNvPicPr preferRelativeResize="0"/>
          <p:nvPr/>
        </p:nvPicPr>
        <p:blipFill>
          <a:blip r:embed="rId4">
            <a:alphaModFix/>
          </a:blip>
          <a:stretch>
            <a:fillRect/>
          </a:stretch>
        </p:blipFill>
        <p:spPr>
          <a:xfrm>
            <a:off x="542775" y="1608410"/>
            <a:ext cx="5004499" cy="3129926"/>
          </a:xfrm>
          <a:prstGeom prst="rect">
            <a:avLst/>
          </a:prstGeom>
          <a:noFill/>
          <a:ln>
            <a:noFill/>
          </a:ln>
        </p:spPr>
      </p:pic>
      <p:sp>
        <p:nvSpPr>
          <p:cNvPr id="266" name="Google Shape;266;p30"/>
          <p:cNvSpPr txBox="1"/>
          <p:nvPr/>
        </p:nvSpPr>
        <p:spPr>
          <a:xfrm>
            <a:off x="647700" y="5425350"/>
            <a:ext cx="69543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Kharif shows the strongest average economic performance.</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Rabi performs below Kharif.</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Zaid shows the weakest average profitability.</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sp>
        <p:nvSpPr>
          <p:cNvPr id="3" name="Text Placeholder 2">
            <a:extLst>
              <a:ext uri="{FF2B5EF4-FFF2-40B4-BE49-F238E27FC236}">
                <a16:creationId xmlns:a16="http://schemas.microsoft.com/office/drawing/2014/main" id="{744712EE-D7BF-D504-A233-AAD9E8FA3957}"/>
              </a:ext>
            </a:extLst>
          </p:cNvPr>
          <p:cNvSpPr>
            <a:spLocks noGrp="1"/>
          </p:cNvSpPr>
          <p:nvPr>
            <p:ph type="body" idx="1"/>
          </p:nvPr>
        </p:nvSpPr>
        <p:spPr/>
        <p:txBody>
          <a:bodyPr/>
          <a:lstStyle/>
          <a:p>
            <a:pPr marL="127000" indent="0">
              <a:buNone/>
            </a:pPr>
            <a:r>
              <a:rPr lang="en-IN"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 calcmode="lin" valueType="num">
                                      <p:cBhvr additive="base">
                                        <p:cTn id="7" dur="500"/>
                                        <p:tgtEl>
                                          <p:spTgt spid="260"/>
                                        </p:tgtEl>
                                        <p:attrNameLst>
                                          <p:attrName>ppt_w</p:attrName>
                                        </p:attrNameLst>
                                      </p:cBhvr>
                                      <p:tavLst>
                                        <p:tav tm="0">
                                          <p:val>
                                            <p:strVal val="0"/>
                                          </p:val>
                                        </p:tav>
                                        <p:tav tm="100000">
                                          <p:val>
                                            <p:strVal val="#ppt_w"/>
                                          </p:val>
                                        </p:tav>
                                      </p:tavLst>
                                    </p:anim>
                                    <p:anim calcmode="lin" valueType="num">
                                      <p:cBhvr additive="base">
                                        <p:cTn id="8" dur="500"/>
                                        <p:tgtEl>
                                          <p:spTgt spid="26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1"/>
                                        </p:tgtEl>
                                        <p:attrNameLst>
                                          <p:attrName>style.visibility</p:attrName>
                                        </p:attrNameLst>
                                      </p:cBhvr>
                                      <p:to>
                                        <p:strVal val="visible"/>
                                      </p:to>
                                    </p:set>
                                    <p:animEffect transition="in" filter="fade">
                                      <p:cBhvr>
                                        <p:cTn id="13" dur="1000"/>
                                        <p:tgtEl>
                                          <p:spTgt spid="26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2"/>
                                        </p:tgtEl>
                                        <p:attrNameLst>
                                          <p:attrName>style.visibility</p:attrName>
                                        </p:attrNameLst>
                                      </p:cBhvr>
                                      <p:to>
                                        <p:strVal val="visible"/>
                                      </p:to>
                                    </p:set>
                                    <p:animEffect transition="in" filter="fade">
                                      <p:cBhvr>
                                        <p:cTn id="18" dur="10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72" name="Google Shape;272;p31"/>
          <p:cNvSpPr txBox="1">
            <a:spLocks noGrp="1"/>
          </p:cNvSpPr>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73" name="Google Shape;273;p31"/>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74" name="Google Shape;274;p31"/>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76" name="Google Shape;276;p31"/>
          <p:cNvSpPr txBox="1"/>
          <p:nvPr/>
        </p:nvSpPr>
        <p:spPr>
          <a:xfrm>
            <a:off x="6382400" y="2316675"/>
            <a:ext cx="5837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pic>
        <p:nvPicPr>
          <p:cNvPr id="277" name="Google Shape;277;p31"/>
          <p:cNvPicPr preferRelativeResize="0"/>
          <p:nvPr/>
        </p:nvPicPr>
        <p:blipFill>
          <a:blip r:embed="rId4">
            <a:alphaModFix/>
          </a:blip>
          <a:stretch>
            <a:fillRect/>
          </a:stretch>
        </p:blipFill>
        <p:spPr>
          <a:xfrm>
            <a:off x="104601" y="1364325"/>
            <a:ext cx="6277799" cy="3923775"/>
          </a:xfrm>
          <a:prstGeom prst="rect">
            <a:avLst/>
          </a:prstGeom>
          <a:noFill/>
          <a:ln>
            <a:noFill/>
          </a:ln>
        </p:spPr>
      </p:pic>
      <p:sp>
        <p:nvSpPr>
          <p:cNvPr id="278" name="Google Shape;278;p31"/>
          <p:cNvSpPr txBox="1"/>
          <p:nvPr/>
        </p:nvSpPr>
        <p:spPr>
          <a:xfrm>
            <a:off x="590175" y="5288100"/>
            <a:ext cx="72192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Short Observation:</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Sugarcane has the highest average profit.</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Chilli is the second-highest profitable crop.</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800">
                <a:solidFill>
                  <a:srgbClr val="3F3F3F"/>
                </a:solidFill>
                <a:latin typeface="Trebuchet MS"/>
                <a:ea typeface="Trebuchet MS"/>
                <a:cs typeface="Trebuchet MS"/>
                <a:sym typeface="Trebuchet MS"/>
              </a:rPr>
              <a:t>Several crops show negative average profitability.</a:t>
            </a:r>
            <a:endParaRPr sz="1800">
              <a:solidFill>
                <a:srgbClr val="3F3F3F"/>
              </a:solidFill>
              <a:latin typeface="Trebuchet MS"/>
              <a:ea typeface="Trebuchet MS"/>
              <a:cs typeface="Trebuchet MS"/>
              <a:sym typeface="Trebuchet MS"/>
            </a:endParaRPr>
          </a:p>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sp>
        <p:nvSpPr>
          <p:cNvPr id="3" name="Text Placeholder 2">
            <a:extLst>
              <a:ext uri="{FF2B5EF4-FFF2-40B4-BE49-F238E27FC236}">
                <a16:creationId xmlns:a16="http://schemas.microsoft.com/office/drawing/2014/main" id="{372618DA-6188-6B89-2571-1FA993C635DF}"/>
              </a:ext>
            </a:extLst>
          </p:cNvPr>
          <p:cNvSpPr>
            <a:spLocks noGrp="1"/>
          </p:cNvSpPr>
          <p:nvPr>
            <p:ph type="body" idx="1"/>
          </p:nvPr>
        </p:nvSpPr>
        <p:spPr/>
        <p:txBody>
          <a:bodyPr/>
          <a:lstStyle/>
          <a:p>
            <a:pPr marL="127000" indent="0">
              <a:buNone/>
            </a:pPr>
            <a:r>
              <a:rPr lang="en-IN"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anim calcmode="lin" valueType="num">
                                      <p:cBhvr additive="base">
                                        <p:cTn id="7" dur="500"/>
                                        <p:tgtEl>
                                          <p:spTgt spid="272"/>
                                        </p:tgtEl>
                                        <p:attrNameLst>
                                          <p:attrName>ppt_w</p:attrName>
                                        </p:attrNameLst>
                                      </p:cBhvr>
                                      <p:tavLst>
                                        <p:tav tm="0">
                                          <p:val>
                                            <p:strVal val="0"/>
                                          </p:val>
                                        </p:tav>
                                        <p:tav tm="100000">
                                          <p:val>
                                            <p:strVal val="#ppt_w"/>
                                          </p:val>
                                        </p:tav>
                                      </p:tavLst>
                                    </p:anim>
                                    <p:anim calcmode="lin" valueType="num">
                                      <p:cBhvr additive="base">
                                        <p:cTn id="8" dur="500"/>
                                        <p:tgtEl>
                                          <p:spTgt spid="27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73"/>
                                        </p:tgtEl>
                                        <p:attrNameLst>
                                          <p:attrName>style.visibility</p:attrName>
                                        </p:attrNameLst>
                                      </p:cBhvr>
                                      <p:to>
                                        <p:strVal val="visible"/>
                                      </p:to>
                                    </p:set>
                                    <p:animEffect transition="in" filter="fade">
                                      <p:cBhvr>
                                        <p:cTn id="13" dur="1000"/>
                                        <p:tgtEl>
                                          <p:spTgt spid="27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4"/>
                                        </p:tgtEl>
                                        <p:attrNameLst>
                                          <p:attrName>style.visibility</p:attrName>
                                        </p:attrNameLst>
                                      </p:cBhvr>
                                      <p:to>
                                        <p:strVal val="visible"/>
                                      </p:to>
                                    </p:set>
                                    <p:animEffect transition="in" filter="fade">
                                      <p:cBhvr>
                                        <p:cTn id="18" dur="10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4" name="Google Shape;284;p32"/>
          <p:cNvSpPr txBox="1">
            <a:spLocks noGrp="1"/>
          </p:cNvSpPr>
          <p:nvPr>
            <p:ph type="title"/>
          </p:nvPr>
        </p:nvSpPr>
        <p:spPr>
          <a:xfrm>
            <a:off x="675957" y="370589"/>
            <a:ext cx="2981643"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85" name="Google Shape;285;p32"/>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6" name="Google Shape;286;p32"/>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7" name="Google Shape;287;p32"/>
          <p:cNvSpPr txBox="1">
            <a:spLocks noGrp="1"/>
          </p:cNvSpPr>
          <p:nvPr>
            <p:ph type="body" idx="1"/>
          </p:nvPr>
        </p:nvSpPr>
        <p:spPr>
          <a:xfrm>
            <a:off x="168775" y="1073950"/>
            <a:ext cx="4648800" cy="4326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600"/>
              <a:buNone/>
            </a:pPr>
            <a:r>
              <a:rPr lang="en-IN" sz="2300" dirty="0"/>
              <a:t> </a:t>
            </a:r>
            <a:endParaRPr sz="2300" dirty="0"/>
          </a:p>
        </p:txBody>
      </p:sp>
      <p:sp>
        <p:nvSpPr>
          <p:cNvPr id="288" name="Google Shape;288;p32"/>
          <p:cNvSpPr txBox="1"/>
          <p:nvPr/>
        </p:nvSpPr>
        <p:spPr>
          <a:xfrm>
            <a:off x="6658550" y="2270650"/>
            <a:ext cx="5561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rgbClr val="3F3F3F"/>
              </a:solidFill>
              <a:latin typeface="Trebuchet MS"/>
              <a:ea typeface="Trebuchet MS"/>
              <a:cs typeface="Trebuchet MS"/>
              <a:sym typeface="Trebuchet MS"/>
            </a:endParaRPr>
          </a:p>
        </p:txBody>
      </p:sp>
      <p:pic>
        <p:nvPicPr>
          <p:cNvPr id="289" name="Google Shape;289;p32"/>
          <p:cNvPicPr preferRelativeResize="0"/>
          <p:nvPr/>
        </p:nvPicPr>
        <p:blipFill>
          <a:blip r:embed="rId4">
            <a:alphaModFix/>
          </a:blip>
          <a:stretch>
            <a:fillRect/>
          </a:stretch>
        </p:blipFill>
        <p:spPr>
          <a:xfrm>
            <a:off x="478739" y="1073950"/>
            <a:ext cx="5857823" cy="5656950"/>
          </a:xfrm>
          <a:prstGeom prst="rect">
            <a:avLst/>
          </a:prstGeom>
          <a:noFill/>
          <a:ln>
            <a:noFill/>
          </a:ln>
        </p:spPr>
      </p:pic>
      <p:sp>
        <p:nvSpPr>
          <p:cNvPr id="290" name="Google Shape;290;p32"/>
          <p:cNvSpPr txBox="1"/>
          <p:nvPr/>
        </p:nvSpPr>
        <p:spPr>
          <a:xfrm>
            <a:off x="7302525" y="2390650"/>
            <a:ext cx="4555178" cy="218518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600" dirty="0">
                <a:solidFill>
                  <a:srgbClr val="3F3F3F"/>
                </a:solidFill>
                <a:latin typeface="Trebuchet MS"/>
                <a:ea typeface="Trebuchet MS"/>
                <a:cs typeface="Trebuchet MS"/>
                <a:sym typeface="Trebuchet MS"/>
              </a:rPr>
              <a:t>Short Observation:</a:t>
            </a:r>
            <a:endParaRPr sz="1600" dirty="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600" dirty="0">
                <a:solidFill>
                  <a:srgbClr val="3F3F3F"/>
                </a:solidFill>
                <a:latin typeface="Trebuchet MS"/>
                <a:ea typeface="Trebuchet MS"/>
                <a:cs typeface="Trebuchet MS"/>
                <a:sym typeface="Trebuchet MS"/>
              </a:rPr>
              <a:t>Yield and water efficiency show a strong positive relationship.</a:t>
            </a:r>
            <a:endParaRPr sz="1600" dirty="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600" dirty="0">
                <a:solidFill>
                  <a:srgbClr val="3F3F3F"/>
                </a:solidFill>
                <a:latin typeface="Trebuchet MS"/>
                <a:ea typeface="Trebuchet MS"/>
                <a:cs typeface="Trebuchet MS"/>
                <a:sym typeface="Trebuchet MS"/>
              </a:rPr>
              <a:t>Revenue has a strong positive relationship with profit.</a:t>
            </a:r>
            <a:endParaRPr sz="1600" dirty="0">
              <a:solidFill>
                <a:srgbClr val="3F3F3F"/>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US" sz="1600" dirty="0">
                <a:solidFill>
                  <a:srgbClr val="3F3F3F"/>
                </a:solidFill>
                <a:latin typeface="Trebuchet MS"/>
                <a:ea typeface="Trebuchet MS"/>
                <a:cs typeface="Trebuchet MS"/>
                <a:sym typeface="Trebuchet MS"/>
              </a:rPr>
              <a:t>ANOVA indicates significant differences in average profit across seasons.</a:t>
            </a:r>
            <a:endParaRPr sz="1600" dirty="0">
              <a:solidFill>
                <a:srgbClr val="3F3F3F"/>
              </a:solidFill>
              <a:latin typeface="Trebuchet MS"/>
              <a:ea typeface="Trebuchet MS"/>
              <a:cs typeface="Trebuchet MS"/>
              <a:sym typeface="Trebuchet MS"/>
            </a:endParaRPr>
          </a:p>
          <a:p>
            <a:pPr marL="0" lvl="0" indent="0" algn="l" rtl="0">
              <a:spcBef>
                <a:spcPts val="0"/>
              </a:spcBef>
              <a:spcAft>
                <a:spcPts val="0"/>
              </a:spcAft>
              <a:buNone/>
            </a:pPr>
            <a:endParaRPr sz="1800" dirty="0">
              <a:solidFill>
                <a:srgbClr val="3F3F3F"/>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anim calcmode="lin" valueType="num">
                                      <p:cBhvr additive="base">
                                        <p:cTn id="7" dur="500"/>
                                        <p:tgtEl>
                                          <p:spTgt spid="284"/>
                                        </p:tgtEl>
                                        <p:attrNameLst>
                                          <p:attrName>ppt_w</p:attrName>
                                        </p:attrNameLst>
                                      </p:cBhvr>
                                      <p:tavLst>
                                        <p:tav tm="0">
                                          <p:val>
                                            <p:strVal val="0"/>
                                          </p:val>
                                        </p:tav>
                                        <p:tav tm="100000">
                                          <p:val>
                                            <p:strVal val="#ppt_w"/>
                                          </p:val>
                                        </p:tav>
                                      </p:tavLst>
                                    </p:anim>
                                    <p:anim calcmode="lin" valueType="num">
                                      <p:cBhvr additive="base">
                                        <p:cTn id="8" dur="500"/>
                                        <p:tgtEl>
                                          <p:spTgt spid="28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5"/>
                                        </p:tgtEl>
                                        <p:attrNameLst>
                                          <p:attrName>style.visibility</p:attrName>
                                        </p:attrNameLst>
                                      </p:cBhvr>
                                      <p:to>
                                        <p:strVal val="visible"/>
                                      </p:to>
                                    </p:set>
                                    <p:animEffect transition="in" filter="fade">
                                      <p:cBhvr>
                                        <p:cTn id="13" dur="1000"/>
                                        <p:tgtEl>
                                          <p:spTgt spid="28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6"/>
                                        </p:tgtEl>
                                        <p:attrNameLst>
                                          <p:attrName>style.visibility</p:attrName>
                                        </p:attrNameLst>
                                      </p:cBhvr>
                                      <p:to>
                                        <p:strVal val="visible"/>
                                      </p:to>
                                    </p:set>
                                    <p:animEffect transition="in" filter="fade">
                                      <p:cBhvr>
                                        <p:cTn id="18" dur="1000"/>
                                        <p:tgtEl>
                                          <p:spTgt spid="28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7">
                                            <p:txEl>
                                              <p:pRg st="0" end="0"/>
                                            </p:txEl>
                                          </p:spTgt>
                                        </p:tgtEl>
                                        <p:attrNameLst>
                                          <p:attrName>style.visibility</p:attrName>
                                        </p:attrNameLst>
                                      </p:cBhvr>
                                      <p:to>
                                        <p:strVal val="visible"/>
                                      </p:to>
                                    </p:set>
                                    <p:animEffect transition="in" filter="fade">
                                      <p:cBhvr>
                                        <p:cTn id="23" dur="1000"/>
                                        <p:tgtEl>
                                          <p:spTgt spid="2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6" name="Google Shape;296;p33"/>
          <p:cNvSpPr txBox="1">
            <a:spLocks noGrp="1"/>
          </p:cNvSpPr>
          <p:nvPr>
            <p:ph type="title"/>
          </p:nvPr>
        </p:nvSpPr>
        <p:spPr>
          <a:xfrm>
            <a:off x="675957" y="370589"/>
            <a:ext cx="4735798"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Future scope</a:t>
            </a:r>
            <a:endParaRPr/>
          </a:p>
        </p:txBody>
      </p:sp>
      <p:sp>
        <p:nvSpPr>
          <p:cNvPr id="297" name="Google Shape;297;p33"/>
          <p:cNvSpPr txBox="1"/>
          <p:nvPr/>
        </p:nvSpPr>
        <p:spPr>
          <a:xfrm>
            <a:off x="390025" y="1390475"/>
            <a:ext cx="6245400" cy="5081400"/>
          </a:xfrm>
          <a:prstGeom prst="rect">
            <a:avLst/>
          </a:prstGeom>
          <a:noFill/>
          <a:ln>
            <a:noFill/>
          </a:ln>
        </p:spPr>
        <p:txBody>
          <a:bodyPr spcFirstLastPara="1" wrap="square" lIns="91425" tIns="45700" rIns="91425" bIns="45700" anchor="t" anchorCtr="0">
            <a:normAutofit/>
          </a:bodyPr>
          <a:lstStyle/>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Predictive Analysis: Develop models to predict future agricultural yield and profitability.</a:t>
            </a:r>
            <a:endParaRPr sz="2000">
              <a:solidFill>
                <a:schemeClr val="dk1"/>
              </a:solidFill>
              <a:latin typeface="Trebuchet MS"/>
              <a:ea typeface="Trebuchet MS"/>
              <a:cs typeface="Trebuchet MS"/>
              <a:sym typeface="Trebuchet MS"/>
            </a:endParaRPr>
          </a:p>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Weather Integration: Incorporate historical and real-time weather data for better seasonal analysis.</a:t>
            </a:r>
            <a:endParaRPr sz="2000">
              <a:solidFill>
                <a:schemeClr val="dk1"/>
              </a:solidFill>
              <a:latin typeface="Trebuchet MS"/>
              <a:ea typeface="Trebuchet MS"/>
              <a:cs typeface="Trebuchet MS"/>
              <a:sym typeface="Trebuchet MS"/>
            </a:endParaRPr>
          </a:p>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Crop Recommendation: Develop a system to recommend suitable crops based on seasonal and environmental conditions.</a:t>
            </a:r>
            <a:endParaRPr sz="2000">
              <a:solidFill>
                <a:schemeClr val="dk1"/>
              </a:solidFill>
              <a:latin typeface="Trebuchet MS"/>
              <a:ea typeface="Trebuchet MS"/>
              <a:cs typeface="Trebuchet MS"/>
              <a:sym typeface="Trebuchet MS"/>
            </a:endParaRPr>
          </a:p>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Risk Prediction: Build models to predict disease and pest risks.</a:t>
            </a:r>
            <a:endParaRPr sz="2000">
              <a:solidFill>
                <a:schemeClr val="dk1"/>
              </a:solidFill>
              <a:latin typeface="Trebuchet MS"/>
              <a:ea typeface="Trebuchet MS"/>
              <a:cs typeface="Trebuchet MS"/>
              <a:sym typeface="Trebuchet MS"/>
            </a:endParaRPr>
          </a:p>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Interactive Dashboard: Develop a Power BI/Tableau dashboard for easier monitoring and decision-making.</a:t>
            </a:r>
            <a:endParaRPr sz="2000">
              <a:solidFill>
                <a:schemeClr val="dk1"/>
              </a:solidFill>
              <a:latin typeface="Trebuchet MS"/>
              <a:ea typeface="Trebuchet MS"/>
              <a:cs typeface="Trebuchet MS"/>
              <a:sym typeface="Trebuchet MS"/>
            </a:endParaRPr>
          </a:p>
          <a:p>
            <a:pPr marL="457200" lvl="0" indent="-355600" algn="l" rtl="0">
              <a:spcBef>
                <a:spcPts val="0"/>
              </a:spcBef>
              <a:spcAft>
                <a:spcPts val="0"/>
              </a:spcAft>
              <a:buClr>
                <a:schemeClr val="dk1"/>
              </a:buClr>
              <a:buSzPts val="2000"/>
              <a:buFont typeface="Trebuchet MS"/>
              <a:buChar char="●"/>
            </a:pPr>
            <a:r>
              <a:rPr lang="en-US" sz="2000">
                <a:solidFill>
                  <a:schemeClr val="dk1"/>
                </a:solidFill>
                <a:latin typeface="Trebuchet MS"/>
                <a:ea typeface="Trebuchet MS"/>
                <a:cs typeface="Trebuchet MS"/>
                <a:sym typeface="Trebuchet MS"/>
              </a:rPr>
              <a:t>Regional Expansion: Extend the analysis to more regions, crops and historical agricultural data.</a:t>
            </a:r>
            <a:endParaRPr sz="2000">
              <a:solidFill>
                <a:schemeClr val="dk1"/>
              </a:solidFill>
              <a:latin typeface="Trebuchet MS"/>
              <a:ea typeface="Trebuchet MS"/>
              <a:cs typeface="Trebuchet MS"/>
              <a:sym typeface="Trebuchet MS"/>
            </a:endParaRPr>
          </a:p>
        </p:txBody>
      </p:sp>
      <p:sp>
        <p:nvSpPr>
          <p:cNvPr id="298" name="Google Shape;298;p33"/>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 calcmode="lin" valueType="num">
                                      <p:cBhvr additive="base">
                                        <p:cTn id="7" dur="500"/>
                                        <p:tgtEl>
                                          <p:spTgt spid="296"/>
                                        </p:tgtEl>
                                        <p:attrNameLst>
                                          <p:attrName>ppt_w</p:attrName>
                                        </p:attrNameLst>
                                      </p:cBhvr>
                                      <p:tavLst>
                                        <p:tav tm="0">
                                          <p:val>
                                            <p:strVal val="0"/>
                                          </p:val>
                                        </p:tav>
                                        <p:tav tm="100000">
                                          <p:val>
                                            <p:strVal val="#ppt_w"/>
                                          </p:val>
                                        </p:tav>
                                      </p:tavLst>
                                    </p:anim>
                                    <p:anim calcmode="lin" valueType="num">
                                      <p:cBhvr additive="base">
                                        <p:cTn id="8" dur="500"/>
                                        <p:tgtEl>
                                          <p:spTgt spid="29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7"/>
                                        </p:tgtEl>
                                        <p:attrNameLst>
                                          <p:attrName>style.visibility</p:attrName>
                                        </p:attrNameLst>
                                      </p:cBhvr>
                                      <p:to>
                                        <p:strVal val="visible"/>
                                      </p:to>
                                    </p:set>
                                    <p:animEffect transition="in" filter="fade">
                                      <p:cBhvr>
                                        <p:cTn id="13" dur="1000"/>
                                        <p:tgtEl>
                                          <p:spTgt spid="29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8"/>
                                        </p:tgtEl>
                                        <p:attrNameLst>
                                          <p:attrName>style.visibility</p:attrName>
                                        </p:attrNameLst>
                                      </p:cBhvr>
                                      <p:to>
                                        <p:strVal val="visible"/>
                                      </p:to>
                                    </p:set>
                                    <p:animEffect transition="in" filter="fade">
                                      <p:cBhvr>
                                        <p:cTn id="18" dur="10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pic>
        <p:nvPicPr>
          <p:cNvPr id="303" name="Google Shape;303;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4" name="Google Shape;304;p34"/>
          <p:cNvSpPr txBox="1">
            <a:spLocks noGrp="1"/>
          </p:cNvSpPr>
          <p:nvPr>
            <p:ph type="title"/>
          </p:nvPr>
        </p:nvSpPr>
        <p:spPr>
          <a:xfrm>
            <a:off x="675957" y="370589"/>
            <a:ext cx="4735798" cy="830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05" name="Google Shape;305;p34"/>
          <p:cNvSpPr txBox="1"/>
          <p:nvPr/>
        </p:nvSpPr>
        <p:spPr>
          <a:xfrm>
            <a:off x="320982"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6" name="Google Shape;306;p34"/>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7" name="Google Shape;307;p34"/>
          <p:cNvSpPr txBox="1"/>
          <p:nvPr/>
        </p:nvSpPr>
        <p:spPr>
          <a:xfrm>
            <a:off x="647700" y="1285155"/>
            <a:ext cx="9961306" cy="400069"/>
          </a:xfrm>
          <a:prstGeom prst="rect">
            <a:avLst/>
          </a:prstGeom>
          <a:noFill/>
          <a:ln>
            <a:noFill/>
          </a:ln>
        </p:spPr>
        <p:txBody>
          <a:bodyPr spcFirstLastPara="1" wrap="square" lIns="91425" tIns="45700" rIns="91425" bIns="45700" anchor="t" anchorCtr="0">
            <a:spAutoFit/>
          </a:bodyPr>
          <a:lstStyle/>
          <a:p>
            <a:pPr lvl="0"/>
            <a:r>
              <a:rPr lang="en-US" sz="2000" dirty="0">
                <a:solidFill>
                  <a:schemeClr val="dk1"/>
                </a:solidFill>
                <a:latin typeface="Trebuchet MS"/>
                <a:ea typeface="Trebuchet MS"/>
                <a:cs typeface="Trebuchet MS"/>
                <a:sym typeface="Trebuchet MS"/>
              </a:rPr>
              <a:t>https://github.com/ravinandan23/Seasonal-Agriculture-Performance-Analysis-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4"/>
                                        </p:tgtEl>
                                        <p:attrNameLst>
                                          <p:attrName>style.visibility</p:attrName>
                                        </p:attrNameLst>
                                      </p:cBhvr>
                                      <p:to>
                                        <p:strVal val="visible"/>
                                      </p:to>
                                    </p:set>
                                    <p:anim calcmode="lin" valueType="num">
                                      <p:cBhvr additive="base">
                                        <p:cTn id="7" dur="500"/>
                                        <p:tgtEl>
                                          <p:spTgt spid="304"/>
                                        </p:tgtEl>
                                        <p:attrNameLst>
                                          <p:attrName>ppt_w</p:attrName>
                                        </p:attrNameLst>
                                      </p:cBhvr>
                                      <p:tavLst>
                                        <p:tav tm="0">
                                          <p:val>
                                            <p:strVal val="0"/>
                                          </p:val>
                                        </p:tav>
                                        <p:tav tm="100000">
                                          <p:val>
                                            <p:strVal val="#ppt_w"/>
                                          </p:val>
                                        </p:tav>
                                      </p:tavLst>
                                    </p:anim>
                                    <p:anim calcmode="lin" valueType="num">
                                      <p:cBhvr additive="base">
                                        <p:cTn id="8" dur="500"/>
                                        <p:tgtEl>
                                          <p:spTgt spid="30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5"/>
                                        </p:tgtEl>
                                        <p:attrNameLst>
                                          <p:attrName>style.visibility</p:attrName>
                                        </p:attrNameLst>
                                      </p:cBhvr>
                                      <p:to>
                                        <p:strVal val="visible"/>
                                      </p:to>
                                    </p:set>
                                    <p:animEffect transition="in" filter="fade">
                                      <p:cBhvr>
                                        <p:cTn id="13" dur="1000"/>
                                        <p:tgtEl>
                                          <p:spTgt spid="30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6"/>
                                        </p:tgtEl>
                                        <p:attrNameLst>
                                          <p:attrName>style.visibility</p:attrName>
                                        </p:attrNameLst>
                                      </p:cBhvr>
                                      <p:to>
                                        <p:strVal val="visible"/>
                                      </p:to>
                                    </p:set>
                                    <p:animEffect transition="in" filter="fade">
                                      <p:cBhvr>
                                        <p:cTn id="18" dur="10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3" name="Google Shape;313;p35"/>
          <p:cNvSpPr txBox="1">
            <a:spLocks noGrp="1"/>
          </p:cNvSpPr>
          <p:nvPr>
            <p:ph type="title"/>
          </p:nvPr>
        </p:nvSpPr>
        <p:spPr>
          <a:xfrm>
            <a:off x="675957" y="370589"/>
            <a:ext cx="8351388" cy="884658"/>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14" name="Google Shape;314;p35"/>
          <p:cNvSpPr txBox="1"/>
          <p:nvPr/>
        </p:nvSpPr>
        <p:spPr>
          <a:xfrm>
            <a:off x="647700" y="1716900"/>
            <a:ext cx="5232900" cy="44934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dirty="0">
              <a:solidFill>
                <a:schemeClr val="dk1"/>
              </a:solidFill>
              <a:latin typeface="Trebuchet MS"/>
              <a:ea typeface="Trebuchet MS"/>
              <a:cs typeface="Trebuchet MS"/>
              <a:sym typeface="Trebuchet MS"/>
            </a:endParaRPr>
          </a:p>
        </p:txBody>
      </p:sp>
      <p:sp>
        <p:nvSpPr>
          <p:cNvPr id="315" name="Google Shape;315;p35"/>
          <p:cNvSpPr txBox="1"/>
          <p:nvPr/>
        </p:nvSpPr>
        <p:spPr>
          <a:xfrm>
            <a:off x="4345694" y="1275371"/>
            <a:ext cx="3343561" cy="666078"/>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3" name="Picture 2">
            <a:extLst>
              <a:ext uri="{FF2B5EF4-FFF2-40B4-BE49-F238E27FC236}">
                <a16:creationId xmlns:a16="http://schemas.microsoft.com/office/drawing/2014/main" id="{CEAFF17B-30C4-6768-61B0-7C010462EAA6}"/>
              </a:ext>
            </a:extLst>
          </p:cNvPr>
          <p:cNvPicPr>
            <a:picLocks noChangeAspect="1"/>
          </p:cNvPicPr>
          <p:nvPr/>
        </p:nvPicPr>
        <p:blipFill>
          <a:blip r:embed="rId4"/>
          <a:stretch>
            <a:fillRect/>
          </a:stretch>
        </p:blipFill>
        <p:spPr>
          <a:xfrm>
            <a:off x="2061953" y="1516867"/>
            <a:ext cx="6816576" cy="48335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 calcmode="lin" valueType="num">
                                      <p:cBhvr additive="base">
                                        <p:cTn id="7" dur="500"/>
                                        <p:tgtEl>
                                          <p:spTgt spid="313"/>
                                        </p:tgtEl>
                                        <p:attrNameLst>
                                          <p:attrName>ppt_w</p:attrName>
                                        </p:attrNameLst>
                                      </p:cBhvr>
                                      <p:tavLst>
                                        <p:tav tm="0">
                                          <p:val>
                                            <p:strVal val="0"/>
                                          </p:val>
                                        </p:tav>
                                        <p:tav tm="100000">
                                          <p:val>
                                            <p:strVal val="#ppt_w"/>
                                          </p:val>
                                        </p:tav>
                                      </p:tavLst>
                                    </p:anim>
                                    <p:anim calcmode="lin" valueType="num">
                                      <p:cBhvr additive="base">
                                        <p:cTn id="8" dur="500"/>
                                        <p:tgtEl>
                                          <p:spTgt spid="31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4"/>
                                        </p:tgtEl>
                                        <p:attrNameLst>
                                          <p:attrName>style.visibility</p:attrName>
                                        </p:attrNameLst>
                                      </p:cBhvr>
                                      <p:to>
                                        <p:strVal val="visible"/>
                                      </p:to>
                                    </p:set>
                                    <p:animEffect transition="in" filter="fade">
                                      <p:cBhvr>
                                        <p:cTn id="13" dur="1000"/>
                                        <p:tgtEl>
                                          <p:spTgt spid="3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5"/>
                                        </p:tgtEl>
                                        <p:attrNameLst>
                                          <p:attrName>style.visibility</p:attrName>
                                        </p:attrNameLst>
                                      </p:cBhvr>
                                      <p:to>
                                        <p:strVal val="visible"/>
                                      </p:to>
                                    </p:set>
                                    <p:animEffect transition="in" filter="fade">
                                      <p:cBhvr>
                                        <p:cTn id="18" dur="10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6"/>
          <p:cNvSpPr txBox="1">
            <a:spLocks noGrp="1"/>
          </p:cNvSpPr>
          <p:nvPr>
            <p:ph type="title"/>
          </p:nvPr>
        </p:nvSpPr>
        <p:spPr>
          <a:xfrm>
            <a:off x="432000" y="647700"/>
            <a:ext cx="11340000" cy="70011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a:buNone/>
            </a:pPr>
            <a:r>
              <a:rPr lang="en-US" sz="4800" b="1">
                <a:solidFill>
                  <a:schemeClr val="dk1"/>
                </a:solidFill>
              </a:rPr>
              <a:t>Thank you</a:t>
            </a:r>
            <a:endParaRPr/>
          </a:p>
        </p:txBody>
      </p:sp>
      <p:sp>
        <p:nvSpPr>
          <p:cNvPr id="322" name="Google Shape;322;p36"/>
          <p:cNvSpPr txBox="1">
            <a:spLocks noGrp="1"/>
          </p:cNvSpPr>
          <p:nvPr>
            <p:ph type="body" idx="8"/>
          </p:nvPr>
        </p:nvSpPr>
        <p:spPr>
          <a:xfrm>
            <a:off x="3727865" y="4641925"/>
            <a:ext cx="2139695" cy="1108635"/>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23" name="Google Shape;323;p36"/>
          <p:cNvSpPr txBox="1"/>
          <p:nvPr/>
        </p:nvSpPr>
        <p:spPr>
          <a:xfrm>
            <a:off x="1660787" y="4872918"/>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24" name="Google Shape;324;p36"/>
          <p:cNvSpPr txBox="1"/>
          <p:nvPr/>
        </p:nvSpPr>
        <p:spPr>
          <a:xfrm>
            <a:off x="5353508" y="3962573"/>
            <a:ext cx="2596574" cy="45391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25" name="Google Shape;325;p36"/>
          <p:cNvSpPr txBox="1"/>
          <p:nvPr/>
        </p:nvSpPr>
        <p:spPr>
          <a:xfrm>
            <a:off x="7789163" y="3962572"/>
            <a:ext cx="2596574" cy="45391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26" name="Google Shape;326;p36"/>
          <p:cNvSpPr txBox="1"/>
          <p:nvPr/>
        </p:nvSpPr>
        <p:spPr>
          <a:xfrm>
            <a:off x="6096000" y="4641925"/>
            <a:ext cx="2139695" cy="110863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27" name="Google Shape;327;p36"/>
          <p:cNvSpPr txBox="1"/>
          <p:nvPr/>
        </p:nvSpPr>
        <p:spPr>
          <a:xfrm>
            <a:off x="8591363" y="4641925"/>
            <a:ext cx="2139695" cy="110863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28" name="Google Shape;328;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9" name="Google Shape;329;p36"/>
          <p:cNvSpPr txBox="1">
            <a:spLocks noGrp="1"/>
          </p:cNvSpPr>
          <p:nvPr>
            <p:ph type="body" idx="7"/>
          </p:nvPr>
        </p:nvSpPr>
        <p:spPr>
          <a:xfrm>
            <a:off x="279976" y="4416500"/>
            <a:ext cx="6056400" cy="700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600"/>
              <a:buNone/>
            </a:pPr>
            <a:r>
              <a:rPr lang="en-US" sz="2500" dirty="0"/>
              <a:t>Presented by: Ravinandan S </a:t>
            </a:r>
            <a:endParaRPr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1"/>
                                        </p:tgtEl>
                                        <p:attrNameLst>
                                          <p:attrName>style.visibility</p:attrName>
                                        </p:attrNameLst>
                                      </p:cBhvr>
                                      <p:to>
                                        <p:strVal val="visible"/>
                                      </p:to>
                                    </p:set>
                                    <p:anim calcmode="lin" valueType="num">
                                      <p:cBhvr additive="base">
                                        <p:cTn id="7" dur="500"/>
                                        <p:tgtEl>
                                          <p:spTgt spid="321"/>
                                        </p:tgtEl>
                                        <p:attrNameLst>
                                          <p:attrName>ppt_w</p:attrName>
                                        </p:attrNameLst>
                                      </p:cBhvr>
                                      <p:tavLst>
                                        <p:tav tm="0">
                                          <p:val>
                                            <p:strVal val="0"/>
                                          </p:val>
                                        </p:tav>
                                        <p:tav tm="100000">
                                          <p:val>
                                            <p:strVal val="#ppt_w"/>
                                          </p:val>
                                        </p:tav>
                                      </p:tavLst>
                                    </p:anim>
                                    <p:anim calcmode="lin" valueType="num">
                                      <p:cBhvr additive="base">
                                        <p:cTn id="8" dur="500"/>
                                        <p:tgtEl>
                                          <p:spTgt spid="32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3"/>
                                        </p:tgtEl>
                                        <p:attrNameLst>
                                          <p:attrName>style.visibility</p:attrName>
                                        </p:attrNameLst>
                                      </p:cBhvr>
                                      <p:to>
                                        <p:strVal val="visible"/>
                                      </p:to>
                                    </p:set>
                                    <p:animEffect transition="in" filter="fade">
                                      <p:cBhvr>
                                        <p:cTn id="13" dur="500"/>
                                        <p:tgtEl>
                                          <p:spTgt spid="3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2">
                                            <p:txEl>
                                              <p:pRg st="0" end="0"/>
                                            </p:txEl>
                                          </p:spTgt>
                                        </p:tgtEl>
                                        <p:attrNameLst>
                                          <p:attrName>style.visibility</p:attrName>
                                        </p:attrNameLst>
                                      </p:cBhvr>
                                      <p:to>
                                        <p:strVal val="visible"/>
                                      </p:to>
                                    </p:set>
                                    <p:animEffect transition="in" filter="fade">
                                      <p:cBhvr>
                                        <p:cTn id="18" dur="500"/>
                                        <p:tgtEl>
                                          <p:spTgt spid="32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4"/>
                                        </p:tgtEl>
                                        <p:attrNameLst>
                                          <p:attrName>style.visibility</p:attrName>
                                        </p:attrNameLst>
                                      </p:cBhvr>
                                      <p:to>
                                        <p:strVal val="visible"/>
                                      </p:to>
                                    </p:set>
                                    <p:animEffect transition="in" filter="fade">
                                      <p:cBhvr>
                                        <p:cTn id="23" dur="500"/>
                                        <p:tgtEl>
                                          <p:spTgt spid="32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6"/>
                                        </p:tgtEl>
                                        <p:attrNameLst>
                                          <p:attrName>style.visibility</p:attrName>
                                        </p:attrNameLst>
                                      </p:cBhvr>
                                      <p:to>
                                        <p:strVal val="visible"/>
                                      </p:to>
                                    </p:set>
                                    <p:animEffect transition="in" filter="fade">
                                      <p:cBhvr>
                                        <p:cTn id="28" dur="500"/>
                                        <p:tgtEl>
                                          <p:spTgt spid="32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25"/>
                                        </p:tgtEl>
                                        <p:attrNameLst>
                                          <p:attrName>style.visibility</p:attrName>
                                        </p:attrNameLst>
                                      </p:cBhvr>
                                      <p:to>
                                        <p:strVal val="visible"/>
                                      </p:to>
                                    </p:set>
                                    <p:animEffect transition="in" filter="fade">
                                      <p:cBhvr>
                                        <p:cTn id="33" dur="500"/>
                                        <p:tgtEl>
                                          <p:spTgt spid="3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27"/>
                                        </p:tgtEl>
                                        <p:attrNameLst>
                                          <p:attrName>style.visibility</p:attrName>
                                        </p:attrNameLst>
                                      </p:cBhvr>
                                      <p:to>
                                        <p:strVal val="visible"/>
                                      </p:to>
                                    </p:set>
                                    <p:animEffect transition="in" filter="fade">
                                      <p:cBhvr>
                                        <p:cTn id="38" dur="5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517</Words>
  <Application>Microsoft Office PowerPoint</Application>
  <PresentationFormat>Widescreen</PresentationFormat>
  <Paragraphs>69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Noto Sans Symbols</vt:lpstr>
      <vt:lpstr>Trebuchet MS</vt:lpstr>
      <vt:lpstr>Facet</vt:lpstr>
      <vt:lpstr>Project Title - Seasonal Agriculture performance analysis</vt:lpstr>
      <vt:lpstr>PROBLEM  STATEMENT</vt:lpstr>
      <vt:lpstr>Project Description  This project focuses on analyzing agricultural performance across different seasons, crops and regions using data analytics techniques. The analysis includes data cleaning, exploratory data analysis, seasonal comparison, crop and regional analysis, environmental conditions, resource usage, water efficiency, economic performance and disease/pest risk. Statistical and visualization techniques are used to identify meaningful patterns, relationships and variations in agricultural performance and to develop evidence-based insights for better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8778416-THEJASWINI S- KA</cp:lastModifiedBy>
  <cp:revision>5</cp:revision>
  <dcterms:modified xsi:type="dcterms:W3CDTF">2026-09-15T16:56:41Z</dcterms:modified>
</cp:coreProperties>
</file>